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772400" cy="10058400"/>
  <p:embeddedFontLst>
    <p:embeddedFont>
      <p:font typeface="Noto Sans SC" panose="020B0200000000000000" charset="-122"/>
      <p:regular r:id="rId18"/>
    </p:embeddedFont>
  </p:embeddedFontLst>
  <p:custDataLst>
    <p:tags r:id="rId1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9.xml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jpe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jpe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图片 6"/>
          <p:cNvPicPr/>
          <p:nvPr/>
        </p:nvPicPr>
        <p:blipFill>
          <a:blip r:embed="rId2"/>
          <a:stretch>
            <a:fillRect/>
          </a:stretch>
        </p:blipFill>
        <p:spPr>
          <a:xfrm>
            <a:off x="7315200" y="3308760"/>
            <a:ext cx="4876560" cy="354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76560" cy="354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任意多边形 8"/>
          <p:cNvSpPr/>
          <p:nvPr/>
        </p:nvSpPr>
        <p:spPr>
          <a:xfrm>
            <a:off x="5743440" y="1790640"/>
            <a:ext cx="714960" cy="572040"/>
          </a:xfrm>
          <a:custGeom>
            <a:avLst/>
            <a:gdLst/>
            <a:ahLst/>
            <a:cxnLst/>
            <a:rect l="0" t="0" r="r" b="b"/>
            <a:pathLst>
              <a:path w="1986" h="1589">
                <a:moveTo>
                  <a:pt x="1219" y="4"/>
                </a:moveTo>
                <a:cubicBezTo>
                  <a:pt x="1166" y="-11"/>
                  <a:pt x="1111" y="20"/>
                  <a:pt x="1096" y="73"/>
                </a:cubicBezTo>
                <a:lnTo>
                  <a:pt x="698" y="1463"/>
                </a:lnTo>
                <a:cubicBezTo>
                  <a:pt x="683" y="1515"/>
                  <a:pt x="714" y="1570"/>
                  <a:pt x="766" y="1585"/>
                </a:cubicBezTo>
                <a:cubicBezTo>
                  <a:pt x="819" y="1601"/>
                  <a:pt x="874" y="1570"/>
                  <a:pt x="889" y="1517"/>
                </a:cubicBezTo>
                <a:lnTo>
                  <a:pt x="1287" y="127"/>
                </a:lnTo>
                <a:cubicBezTo>
                  <a:pt x="1302" y="74"/>
                  <a:pt x="1271" y="20"/>
                  <a:pt x="1219" y="4"/>
                </a:cubicBezTo>
                <a:moveTo>
                  <a:pt x="1469" y="377"/>
                </a:moveTo>
                <a:cubicBezTo>
                  <a:pt x="1430" y="416"/>
                  <a:pt x="1430" y="478"/>
                  <a:pt x="1469" y="517"/>
                </a:cubicBezTo>
                <a:lnTo>
                  <a:pt x="1746" y="795"/>
                </a:lnTo>
                <a:lnTo>
                  <a:pt x="1468" y="1073"/>
                </a:lnTo>
                <a:cubicBezTo>
                  <a:pt x="1430" y="1111"/>
                  <a:pt x="1430" y="1174"/>
                  <a:pt x="1468" y="1213"/>
                </a:cubicBezTo>
                <a:cubicBezTo>
                  <a:pt x="1507" y="1252"/>
                  <a:pt x="1570" y="1252"/>
                  <a:pt x="1609" y="1213"/>
                </a:cubicBezTo>
                <a:lnTo>
                  <a:pt x="1956" y="866"/>
                </a:lnTo>
                <a:cubicBezTo>
                  <a:pt x="1995" y="827"/>
                  <a:pt x="1995" y="764"/>
                  <a:pt x="1956" y="725"/>
                </a:cubicBezTo>
                <a:lnTo>
                  <a:pt x="1609" y="377"/>
                </a:lnTo>
                <a:cubicBezTo>
                  <a:pt x="1570" y="338"/>
                  <a:pt x="1507" y="338"/>
                  <a:pt x="1468" y="377"/>
                </a:cubicBezTo>
                <a:lnTo>
                  <a:pt x="1469" y="377"/>
                </a:lnTo>
                <a:moveTo>
                  <a:pt x="517" y="377"/>
                </a:moveTo>
                <a:cubicBezTo>
                  <a:pt x="478" y="338"/>
                  <a:pt x="415" y="338"/>
                  <a:pt x="376" y="377"/>
                </a:cubicBezTo>
                <a:lnTo>
                  <a:pt x="29" y="725"/>
                </a:lnTo>
                <a:cubicBezTo>
                  <a:pt x="-10" y="764"/>
                  <a:pt x="-10" y="827"/>
                  <a:pt x="29" y="865"/>
                </a:cubicBezTo>
                <a:lnTo>
                  <a:pt x="376" y="1213"/>
                </a:lnTo>
                <a:cubicBezTo>
                  <a:pt x="415" y="1252"/>
                  <a:pt x="478" y="1252"/>
                  <a:pt x="517" y="1213"/>
                </a:cubicBezTo>
                <a:cubicBezTo>
                  <a:pt x="555" y="1174"/>
                  <a:pt x="555" y="1111"/>
                  <a:pt x="517" y="1072"/>
                </a:cubicBezTo>
                <a:lnTo>
                  <a:pt x="240" y="795"/>
                </a:lnTo>
                <a:lnTo>
                  <a:pt x="517" y="517"/>
                </a:lnTo>
                <a:cubicBezTo>
                  <a:pt x="555" y="478"/>
                  <a:pt x="555" y="416"/>
                  <a:pt x="517" y="377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69165" y="2565415"/>
            <a:ext cx="5052060" cy="830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5400" b="1" i="0" u="none" strike="noStrike">
                <a:solidFill>
                  <a:srgbClr val="FFFFFF"/>
                </a:solidFill>
                <a:effectLst>
                  <a:outerShdw blurRad="127000" dist="25400" dir="5400000" algn="tl" rotWithShape="0">
                    <a:prstClr val="black">
                      <a:alpha val="30000"/>
                    </a:prstClr>
                  </a:outerShdw>
                </a:effectLst>
                <a:uFillTx/>
                <a:latin typeface="Noto Sans SC" panose="020B0200000000000000" charset="-122"/>
                <a:ea typeface="Noto Sans SC" panose="020B0200000000000000" charset="-122"/>
              </a:rPr>
              <a:t>TinyIDE</a:t>
            </a:r>
            <a:r>
              <a:rPr lang="zh-CN" sz="5400" b="1" i="0" u="none" strike="noStrike">
                <a:solidFill>
                  <a:srgbClr val="FFFFFF"/>
                </a:solidFill>
                <a:effectLst>
                  <a:outerShdw blurRad="127000" dist="25400" dir="5400000" algn="tl" rotWithShape="0">
                    <a:prstClr val="black">
                      <a:alpha val="30000"/>
                    </a:prstClr>
                  </a:outerShdw>
                </a:effectLst>
                <a:uFillTx/>
                <a:latin typeface="Noto Sans SC" panose="020B0200000000000000" charset="-122"/>
                <a:ea typeface="Noto Sans SC" panose="020B0200000000000000" charset="-122"/>
              </a:rPr>
              <a:t>项目汇报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71495" y="4293235"/>
            <a:ext cx="6366510" cy="414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r>
              <a:rPr lang="zh-CN" sz="2000" b="1" i="0" u="none" strike="noStrike">
                <a:solidFill>
                  <a:srgbClr val="9CA3A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小组成员：林宇志、李天灏、吕择琛、宋建宇、张骄阳</a:t>
            </a:r>
            <a:endParaRPr lang="zh-CN" sz="2000" b="1" i="0" u="none" strike="noStrike">
              <a:solidFill>
                <a:srgbClr val="9CA3AF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13" name="图片 12"/>
          <p:cNvPicPr/>
          <p:nvPr/>
        </p:nvPicPr>
        <p:blipFill>
          <a:blip r:embed="rId4"/>
          <a:stretch>
            <a:fillRect/>
          </a:stretch>
        </p:blipFill>
        <p:spPr>
          <a:xfrm>
            <a:off x="5638680" y="3657600"/>
            <a:ext cx="914040" cy="378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任意多边形 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7" name="图片 1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任意多边形 17"/>
          <p:cNvSpPr/>
          <p:nvPr/>
        </p:nvSpPr>
        <p:spPr>
          <a:xfrm>
            <a:off x="609480" y="1247760"/>
            <a:ext cx="10973160" cy="19080"/>
          </a:xfrm>
          <a:custGeom>
            <a:avLst/>
            <a:gdLst/>
            <a:ahLst/>
            <a:cxnLst/>
            <a:rect l="0" t="0" r="r" b="b"/>
            <a:pathLst>
              <a:path w="30481" h="53">
                <a:moveTo>
                  <a:pt x="0" y="0"/>
                </a:moveTo>
                <a:lnTo>
                  <a:pt x="30481" y="0"/>
                </a:lnTo>
                <a:lnTo>
                  <a:pt x="30481" y="53"/>
                </a:lnTo>
                <a:lnTo>
                  <a:pt x="0" y="53"/>
                </a:lnTo>
                <a:lnTo>
                  <a:pt x="0" y="0"/>
                </a:lnTo>
                <a:close/>
              </a:path>
            </a:pathLst>
          </a:custGeom>
          <a:solidFill>
            <a:srgbClr val="3B82F6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23880" y="680760"/>
            <a:ext cx="443160" cy="371880"/>
          </a:xfrm>
          <a:custGeom>
            <a:avLst/>
            <a:gdLst/>
            <a:ahLst/>
            <a:cxnLst/>
            <a:rect l="0" t="0" r="r" b="b"/>
            <a:pathLst>
              <a:path w="1231" h="1033">
                <a:moveTo>
                  <a:pt x="120" y="238"/>
                </a:moveTo>
                <a:cubicBezTo>
                  <a:pt x="135" y="238"/>
                  <a:pt x="151" y="235"/>
                  <a:pt x="165" y="229"/>
                </a:cubicBezTo>
                <a:cubicBezTo>
                  <a:pt x="180" y="223"/>
                  <a:pt x="193" y="215"/>
                  <a:pt x="204" y="204"/>
                </a:cubicBezTo>
                <a:cubicBezTo>
                  <a:pt x="215" y="192"/>
                  <a:pt x="224" y="179"/>
                  <a:pt x="230" y="165"/>
                </a:cubicBezTo>
                <a:cubicBezTo>
                  <a:pt x="236" y="150"/>
                  <a:pt x="239" y="135"/>
                  <a:pt x="239" y="119"/>
                </a:cubicBezTo>
                <a:cubicBezTo>
                  <a:pt x="239" y="104"/>
                  <a:pt x="236" y="88"/>
                  <a:pt x="230" y="74"/>
                </a:cubicBezTo>
                <a:cubicBezTo>
                  <a:pt x="224" y="59"/>
                  <a:pt x="215" y="46"/>
                  <a:pt x="204" y="35"/>
                </a:cubicBezTo>
                <a:cubicBezTo>
                  <a:pt x="193" y="24"/>
                  <a:pt x="180" y="15"/>
                  <a:pt x="165" y="9"/>
                </a:cubicBezTo>
                <a:cubicBezTo>
                  <a:pt x="151" y="3"/>
                  <a:pt x="135" y="0"/>
                  <a:pt x="120" y="0"/>
                </a:cubicBezTo>
                <a:cubicBezTo>
                  <a:pt x="103" y="0"/>
                  <a:pt x="88" y="3"/>
                  <a:pt x="73" y="9"/>
                </a:cubicBezTo>
                <a:cubicBezTo>
                  <a:pt x="58" y="15"/>
                  <a:pt x="46" y="24"/>
                  <a:pt x="34" y="35"/>
                </a:cubicBezTo>
                <a:cubicBezTo>
                  <a:pt x="23" y="46"/>
                  <a:pt x="15" y="59"/>
                  <a:pt x="9" y="74"/>
                </a:cubicBezTo>
                <a:cubicBezTo>
                  <a:pt x="3" y="88"/>
                  <a:pt x="0" y="104"/>
                  <a:pt x="0" y="119"/>
                </a:cubicBezTo>
                <a:cubicBezTo>
                  <a:pt x="0" y="135"/>
                  <a:pt x="3" y="150"/>
                  <a:pt x="9" y="165"/>
                </a:cubicBezTo>
                <a:cubicBezTo>
                  <a:pt x="15" y="179"/>
                  <a:pt x="23" y="192"/>
                  <a:pt x="34" y="204"/>
                </a:cubicBezTo>
                <a:cubicBezTo>
                  <a:pt x="46" y="215"/>
                  <a:pt x="58" y="223"/>
                  <a:pt x="73" y="229"/>
                </a:cubicBezTo>
                <a:cubicBezTo>
                  <a:pt x="88" y="235"/>
                  <a:pt x="103" y="238"/>
                  <a:pt x="120" y="238"/>
                </a:cubicBezTo>
                <a:moveTo>
                  <a:pt x="437" y="40"/>
                </a:moveTo>
                <a:cubicBezTo>
                  <a:pt x="393" y="40"/>
                  <a:pt x="358" y="75"/>
                  <a:pt x="358" y="119"/>
                </a:cubicBezTo>
                <a:cubicBezTo>
                  <a:pt x="358" y="163"/>
                  <a:pt x="393" y="199"/>
                  <a:pt x="437" y="199"/>
                </a:cubicBezTo>
                <a:lnTo>
                  <a:pt x="1151" y="199"/>
                </a:lnTo>
                <a:cubicBezTo>
                  <a:pt x="1195" y="199"/>
                  <a:pt x="1231" y="163"/>
                  <a:pt x="1231" y="119"/>
                </a:cubicBezTo>
                <a:cubicBezTo>
                  <a:pt x="1231" y="75"/>
                  <a:pt x="1195" y="40"/>
                  <a:pt x="1151" y="40"/>
                </a:cubicBezTo>
                <a:lnTo>
                  <a:pt x="437" y="40"/>
                </a:lnTo>
                <a:moveTo>
                  <a:pt x="437" y="437"/>
                </a:moveTo>
                <a:cubicBezTo>
                  <a:pt x="393" y="437"/>
                  <a:pt x="358" y="472"/>
                  <a:pt x="358" y="516"/>
                </a:cubicBezTo>
                <a:cubicBezTo>
                  <a:pt x="358" y="560"/>
                  <a:pt x="393" y="596"/>
                  <a:pt x="437" y="596"/>
                </a:cubicBezTo>
                <a:lnTo>
                  <a:pt x="1151" y="596"/>
                </a:lnTo>
                <a:cubicBezTo>
                  <a:pt x="1195" y="596"/>
                  <a:pt x="1231" y="560"/>
                  <a:pt x="1231" y="516"/>
                </a:cubicBezTo>
                <a:cubicBezTo>
                  <a:pt x="1231" y="472"/>
                  <a:pt x="1195" y="437"/>
                  <a:pt x="1151" y="437"/>
                </a:cubicBezTo>
                <a:lnTo>
                  <a:pt x="437" y="437"/>
                </a:lnTo>
                <a:moveTo>
                  <a:pt x="437" y="835"/>
                </a:moveTo>
                <a:cubicBezTo>
                  <a:pt x="393" y="835"/>
                  <a:pt x="358" y="870"/>
                  <a:pt x="358" y="914"/>
                </a:cubicBezTo>
                <a:cubicBezTo>
                  <a:pt x="358" y="958"/>
                  <a:pt x="393" y="993"/>
                  <a:pt x="437" y="993"/>
                </a:cubicBezTo>
                <a:lnTo>
                  <a:pt x="1151" y="993"/>
                </a:lnTo>
                <a:cubicBezTo>
                  <a:pt x="1195" y="993"/>
                  <a:pt x="1231" y="958"/>
                  <a:pt x="1231" y="914"/>
                </a:cubicBezTo>
                <a:cubicBezTo>
                  <a:pt x="1231" y="870"/>
                  <a:pt x="1195" y="835"/>
                  <a:pt x="1151" y="835"/>
                </a:cubicBezTo>
                <a:lnTo>
                  <a:pt x="437" y="835"/>
                </a:lnTo>
                <a:moveTo>
                  <a:pt x="120" y="1033"/>
                </a:moveTo>
                <a:cubicBezTo>
                  <a:pt x="135" y="1033"/>
                  <a:pt x="151" y="1030"/>
                  <a:pt x="165" y="1024"/>
                </a:cubicBezTo>
                <a:cubicBezTo>
                  <a:pt x="180" y="1018"/>
                  <a:pt x="193" y="1009"/>
                  <a:pt x="204" y="998"/>
                </a:cubicBezTo>
                <a:cubicBezTo>
                  <a:pt x="215" y="987"/>
                  <a:pt x="224" y="974"/>
                  <a:pt x="230" y="960"/>
                </a:cubicBezTo>
                <a:cubicBezTo>
                  <a:pt x="236" y="945"/>
                  <a:pt x="239" y="930"/>
                  <a:pt x="239" y="914"/>
                </a:cubicBezTo>
                <a:cubicBezTo>
                  <a:pt x="239" y="898"/>
                  <a:pt x="236" y="883"/>
                  <a:pt x="230" y="869"/>
                </a:cubicBezTo>
                <a:cubicBezTo>
                  <a:pt x="224" y="854"/>
                  <a:pt x="215" y="841"/>
                  <a:pt x="204" y="830"/>
                </a:cubicBezTo>
                <a:cubicBezTo>
                  <a:pt x="193" y="819"/>
                  <a:pt x="180" y="810"/>
                  <a:pt x="165" y="804"/>
                </a:cubicBezTo>
                <a:cubicBezTo>
                  <a:pt x="151" y="798"/>
                  <a:pt x="135" y="795"/>
                  <a:pt x="120" y="795"/>
                </a:cubicBezTo>
                <a:cubicBezTo>
                  <a:pt x="103" y="795"/>
                  <a:pt x="88" y="798"/>
                  <a:pt x="73" y="804"/>
                </a:cubicBezTo>
                <a:cubicBezTo>
                  <a:pt x="58" y="810"/>
                  <a:pt x="46" y="819"/>
                  <a:pt x="34" y="830"/>
                </a:cubicBezTo>
                <a:cubicBezTo>
                  <a:pt x="23" y="841"/>
                  <a:pt x="15" y="854"/>
                  <a:pt x="9" y="869"/>
                </a:cubicBezTo>
                <a:cubicBezTo>
                  <a:pt x="3" y="883"/>
                  <a:pt x="0" y="898"/>
                  <a:pt x="0" y="914"/>
                </a:cubicBezTo>
                <a:cubicBezTo>
                  <a:pt x="0" y="930"/>
                  <a:pt x="3" y="945"/>
                  <a:pt x="9" y="960"/>
                </a:cubicBezTo>
                <a:cubicBezTo>
                  <a:pt x="15" y="974"/>
                  <a:pt x="23" y="987"/>
                  <a:pt x="34" y="998"/>
                </a:cubicBezTo>
                <a:cubicBezTo>
                  <a:pt x="46" y="1009"/>
                  <a:pt x="58" y="1018"/>
                  <a:pt x="73" y="1024"/>
                </a:cubicBezTo>
                <a:cubicBezTo>
                  <a:pt x="88" y="1030"/>
                  <a:pt x="103" y="1033"/>
                  <a:pt x="120" y="1033"/>
                </a:cubicBezTo>
                <a:moveTo>
                  <a:pt x="239" y="516"/>
                </a:moveTo>
                <a:cubicBezTo>
                  <a:pt x="239" y="500"/>
                  <a:pt x="236" y="485"/>
                  <a:pt x="230" y="471"/>
                </a:cubicBezTo>
                <a:cubicBezTo>
                  <a:pt x="224" y="456"/>
                  <a:pt x="215" y="443"/>
                  <a:pt x="204" y="432"/>
                </a:cubicBezTo>
                <a:cubicBezTo>
                  <a:pt x="193" y="421"/>
                  <a:pt x="180" y="412"/>
                  <a:pt x="165" y="406"/>
                </a:cubicBezTo>
                <a:cubicBezTo>
                  <a:pt x="151" y="400"/>
                  <a:pt x="135" y="397"/>
                  <a:pt x="120" y="397"/>
                </a:cubicBezTo>
                <a:cubicBezTo>
                  <a:pt x="103" y="397"/>
                  <a:pt x="88" y="400"/>
                  <a:pt x="73" y="406"/>
                </a:cubicBezTo>
                <a:cubicBezTo>
                  <a:pt x="58" y="412"/>
                  <a:pt x="46" y="421"/>
                  <a:pt x="34" y="432"/>
                </a:cubicBezTo>
                <a:cubicBezTo>
                  <a:pt x="23" y="443"/>
                  <a:pt x="15" y="456"/>
                  <a:pt x="9" y="471"/>
                </a:cubicBezTo>
                <a:cubicBezTo>
                  <a:pt x="3" y="485"/>
                  <a:pt x="0" y="500"/>
                  <a:pt x="0" y="516"/>
                </a:cubicBezTo>
                <a:cubicBezTo>
                  <a:pt x="0" y="532"/>
                  <a:pt x="3" y="547"/>
                  <a:pt x="9" y="562"/>
                </a:cubicBezTo>
                <a:cubicBezTo>
                  <a:pt x="15" y="576"/>
                  <a:pt x="23" y="589"/>
                  <a:pt x="34" y="600"/>
                </a:cubicBezTo>
                <a:cubicBezTo>
                  <a:pt x="46" y="612"/>
                  <a:pt x="58" y="620"/>
                  <a:pt x="73" y="626"/>
                </a:cubicBezTo>
                <a:cubicBezTo>
                  <a:pt x="88" y="632"/>
                  <a:pt x="103" y="635"/>
                  <a:pt x="120" y="635"/>
                </a:cubicBezTo>
                <a:cubicBezTo>
                  <a:pt x="135" y="635"/>
                  <a:pt x="151" y="632"/>
                  <a:pt x="165" y="626"/>
                </a:cubicBezTo>
                <a:cubicBezTo>
                  <a:pt x="180" y="620"/>
                  <a:pt x="193" y="612"/>
                  <a:pt x="204" y="600"/>
                </a:cubicBezTo>
                <a:cubicBezTo>
                  <a:pt x="215" y="589"/>
                  <a:pt x="224" y="576"/>
                  <a:pt x="230" y="562"/>
                </a:cubicBezTo>
                <a:cubicBezTo>
                  <a:pt x="236" y="547"/>
                  <a:pt x="239" y="532"/>
                  <a:pt x="239" y="516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" name="任意多边形 19"/>
          <p:cNvSpPr/>
          <p:nvPr/>
        </p:nvSpPr>
        <p:spPr>
          <a:xfrm>
            <a:off x="609480" y="208584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8"/>
                </a:moveTo>
                <a:lnTo>
                  <a:pt x="0" y="213"/>
                </a:lnTo>
                <a:cubicBezTo>
                  <a:pt x="0" y="199"/>
                  <a:pt x="1" y="185"/>
                  <a:pt x="4" y="171"/>
                </a:cubicBezTo>
                <a:cubicBezTo>
                  <a:pt x="7" y="158"/>
                  <a:pt x="11" y="144"/>
                  <a:pt x="16" y="132"/>
                </a:cubicBezTo>
                <a:cubicBezTo>
                  <a:pt x="21" y="119"/>
                  <a:pt x="28" y="107"/>
                  <a:pt x="36" y="95"/>
                </a:cubicBezTo>
                <a:cubicBezTo>
                  <a:pt x="43" y="83"/>
                  <a:pt x="52" y="73"/>
                  <a:pt x="62" y="63"/>
                </a:cubicBezTo>
                <a:cubicBezTo>
                  <a:pt x="72" y="53"/>
                  <a:pt x="82" y="44"/>
                  <a:pt x="94" y="37"/>
                </a:cubicBezTo>
                <a:cubicBezTo>
                  <a:pt x="105" y="29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846" y="0"/>
                </a:lnTo>
                <a:cubicBezTo>
                  <a:pt x="860" y="0"/>
                  <a:pt x="874" y="1"/>
                  <a:pt x="888" y="4"/>
                </a:cubicBezTo>
                <a:cubicBezTo>
                  <a:pt x="901" y="7"/>
                  <a:pt x="915" y="11"/>
                  <a:pt x="928" y="16"/>
                </a:cubicBezTo>
                <a:cubicBezTo>
                  <a:pt x="940" y="21"/>
                  <a:pt x="954" y="29"/>
                  <a:pt x="965" y="37"/>
                </a:cubicBezTo>
                <a:cubicBezTo>
                  <a:pt x="977" y="44"/>
                  <a:pt x="987" y="53"/>
                  <a:pt x="997" y="63"/>
                </a:cubicBezTo>
                <a:cubicBezTo>
                  <a:pt x="1007" y="73"/>
                  <a:pt x="1016" y="83"/>
                  <a:pt x="1023" y="95"/>
                </a:cubicBezTo>
                <a:cubicBezTo>
                  <a:pt x="1031" y="107"/>
                  <a:pt x="1038" y="119"/>
                  <a:pt x="1043" y="132"/>
                </a:cubicBezTo>
                <a:cubicBezTo>
                  <a:pt x="1048" y="144"/>
                  <a:pt x="1052" y="158"/>
                  <a:pt x="1055" y="171"/>
                </a:cubicBezTo>
                <a:cubicBezTo>
                  <a:pt x="1058" y="185"/>
                  <a:pt x="1059" y="199"/>
                  <a:pt x="1059" y="213"/>
                </a:cubicBezTo>
                <a:lnTo>
                  <a:pt x="1059" y="848"/>
                </a:lnTo>
                <a:cubicBezTo>
                  <a:pt x="1059" y="861"/>
                  <a:pt x="1058" y="875"/>
                  <a:pt x="1055" y="889"/>
                </a:cubicBezTo>
                <a:cubicBezTo>
                  <a:pt x="1052" y="902"/>
                  <a:pt x="1048" y="916"/>
                  <a:pt x="1043" y="929"/>
                </a:cubicBezTo>
                <a:cubicBezTo>
                  <a:pt x="1038" y="941"/>
                  <a:pt x="1031" y="954"/>
                  <a:pt x="1023" y="965"/>
                </a:cubicBezTo>
                <a:cubicBezTo>
                  <a:pt x="1016" y="977"/>
                  <a:pt x="1007" y="987"/>
                  <a:pt x="997" y="997"/>
                </a:cubicBezTo>
                <a:cubicBezTo>
                  <a:pt x="987" y="1007"/>
                  <a:pt x="977" y="1016"/>
                  <a:pt x="965" y="1024"/>
                </a:cubicBezTo>
                <a:cubicBezTo>
                  <a:pt x="954" y="1031"/>
                  <a:pt x="940" y="1038"/>
                  <a:pt x="928" y="1043"/>
                </a:cubicBezTo>
                <a:cubicBezTo>
                  <a:pt x="915" y="1048"/>
                  <a:pt x="901" y="1052"/>
                  <a:pt x="888" y="1055"/>
                </a:cubicBezTo>
                <a:cubicBezTo>
                  <a:pt x="874" y="1058"/>
                  <a:pt x="860" y="1059"/>
                  <a:pt x="846" y="1059"/>
                </a:cubicBezTo>
                <a:lnTo>
                  <a:pt x="211" y="1059"/>
                </a:lnTo>
                <a:cubicBezTo>
                  <a:pt x="198" y="1059"/>
                  <a:pt x="184" y="1058"/>
                  <a:pt x="170" y="1055"/>
                </a:cubicBezTo>
                <a:cubicBezTo>
                  <a:pt x="157" y="1052"/>
                  <a:pt x="143" y="1048"/>
                  <a:pt x="130" y="1043"/>
                </a:cubicBezTo>
                <a:cubicBezTo>
                  <a:pt x="118" y="1038"/>
                  <a:pt x="105" y="1031"/>
                  <a:pt x="94" y="1024"/>
                </a:cubicBezTo>
                <a:cubicBezTo>
                  <a:pt x="82" y="1016"/>
                  <a:pt x="72" y="1007"/>
                  <a:pt x="62" y="997"/>
                </a:cubicBezTo>
                <a:cubicBezTo>
                  <a:pt x="52" y="987"/>
                  <a:pt x="43" y="977"/>
                  <a:pt x="36" y="965"/>
                </a:cubicBezTo>
                <a:cubicBezTo>
                  <a:pt x="28" y="954"/>
                  <a:pt x="21" y="941"/>
                  <a:pt x="16" y="929"/>
                </a:cubicBezTo>
                <a:cubicBezTo>
                  <a:pt x="11" y="916"/>
                  <a:pt x="7" y="902"/>
                  <a:pt x="4" y="889"/>
                </a:cubicBezTo>
                <a:cubicBezTo>
                  <a:pt x="1" y="875"/>
                  <a:pt x="0" y="861"/>
                  <a:pt x="0" y="848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219320" y="613800"/>
            <a:ext cx="549360" cy="53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36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目录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15680" y="2135160"/>
            <a:ext cx="2854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25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1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3" name="任意多边形 22"/>
          <p:cNvSpPr/>
          <p:nvPr/>
        </p:nvSpPr>
        <p:spPr>
          <a:xfrm>
            <a:off x="609480" y="277164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8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5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846" y="0"/>
                </a:lnTo>
                <a:cubicBezTo>
                  <a:pt x="860" y="0"/>
                  <a:pt x="874" y="1"/>
                  <a:pt x="888" y="4"/>
                </a:cubicBezTo>
                <a:cubicBezTo>
                  <a:pt x="901" y="7"/>
                  <a:pt x="915" y="11"/>
                  <a:pt x="928" y="16"/>
                </a:cubicBezTo>
                <a:cubicBezTo>
                  <a:pt x="940" y="21"/>
                  <a:pt x="954" y="28"/>
                  <a:pt x="965" y="36"/>
                </a:cubicBezTo>
                <a:cubicBezTo>
                  <a:pt x="977" y="43"/>
                  <a:pt x="987" y="52"/>
                  <a:pt x="997" y="62"/>
                </a:cubicBezTo>
                <a:cubicBezTo>
                  <a:pt x="1007" y="72"/>
                  <a:pt x="1016" y="82"/>
                  <a:pt x="1023" y="94"/>
                </a:cubicBezTo>
                <a:cubicBezTo>
                  <a:pt x="1031" y="105"/>
                  <a:pt x="1038" y="118"/>
                  <a:pt x="1043" y="131"/>
                </a:cubicBezTo>
                <a:cubicBezTo>
                  <a:pt x="1048" y="143"/>
                  <a:pt x="1052" y="157"/>
                  <a:pt x="1055" y="170"/>
                </a:cubicBezTo>
                <a:cubicBezTo>
                  <a:pt x="1058" y="184"/>
                  <a:pt x="1059" y="198"/>
                  <a:pt x="1059" y="212"/>
                </a:cubicBezTo>
                <a:lnTo>
                  <a:pt x="1059" y="848"/>
                </a:lnTo>
                <a:cubicBezTo>
                  <a:pt x="1059" y="861"/>
                  <a:pt x="1058" y="875"/>
                  <a:pt x="1055" y="889"/>
                </a:cubicBezTo>
                <a:cubicBezTo>
                  <a:pt x="1052" y="902"/>
                  <a:pt x="1048" y="916"/>
                  <a:pt x="1043" y="929"/>
                </a:cubicBezTo>
                <a:cubicBezTo>
                  <a:pt x="1038" y="941"/>
                  <a:pt x="1031" y="954"/>
                  <a:pt x="1023" y="965"/>
                </a:cubicBezTo>
                <a:cubicBezTo>
                  <a:pt x="1016" y="977"/>
                  <a:pt x="1007" y="987"/>
                  <a:pt x="997" y="997"/>
                </a:cubicBezTo>
                <a:cubicBezTo>
                  <a:pt x="987" y="1007"/>
                  <a:pt x="977" y="1016"/>
                  <a:pt x="965" y="1024"/>
                </a:cubicBezTo>
                <a:cubicBezTo>
                  <a:pt x="954" y="1031"/>
                  <a:pt x="940" y="1038"/>
                  <a:pt x="928" y="1043"/>
                </a:cubicBezTo>
                <a:cubicBezTo>
                  <a:pt x="915" y="1048"/>
                  <a:pt x="901" y="1052"/>
                  <a:pt x="888" y="1055"/>
                </a:cubicBezTo>
                <a:cubicBezTo>
                  <a:pt x="874" y="1058"/>
                  <a:pt x="860" y="1059"/>
                  <a:pt x="846" y="1059"/>
                </a:cubicBezTo>
                <a:lnTo>
                  <a:pt x="211" y="1059"/>
                </a:lnTo>
                <a:cubicBezTo>
                  <a:pt x="198" y="1059"/>
                  <a:pt x="184" y="1058"/>
                  <a:pt x="170" y="1055"/>
                </a:cubicBezTo>
                <a:cubicBezTo>
                  <a:pt x="157" y="1052"/>
                  <a:pt x="143" y="1048"/>
                  <a:pt x="130" y="1043"/>
                </a:cubicBezTo>
                <a:cubicBezTo>
                  <a:pt x="118" y="1038"/>
                  <a:pt x="105" y="1031"/>
                  <a:pt x="94" y="1024"/>
                </a:cubicBezTo>
                <a:cubicBezTo>
                  <a:pt x="82" y="1016"/>
                  <a:pt x="72" y="1007"/>
                  <a:pt x="62" y="997"/>
                </a:cubicBezTo>
                <a:cubicBezTo>
                  <a:pt x="52" y="987"/>
                  <a:pt x="43" y="977"/>
                  <a:pt x="36" y="965"/>
                </a:cubicBezTo>
                <a:cubicBezTo>
                  <a:pt x="28" y="954"/>
                  <a:pt x="21" y="941"/>
                  <a:pt x="16" y="929"/>
                </a:cubicBezTo>
                <a:cubicBezTo>
                  <a:pt x="11" y="916"/>
                  <a:pt x="7" y="902"/>
                  <a:pt x="4" y="889"/>
                </a:cubicBezTo>
                <a:cubicBezTo>
                  <a:pt x="1" y="875"/>
                  <a:pt x="0" y="861"/>
                  <a:pt x="0" y="848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19320" y="2135160"/>
            <a:ext cx="6886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25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项目概</a:t>
            </a:r>
            <a:r>
              <a:rPr lang="zh-CN" sz="225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述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15680" y="2820960"/>
            <a:ext cx="2854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25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6" name="任意多边形 25"/>
          <p:cNvSpPr/>
          <p:nvPr/>
        </p:nvSpPr>
        <p:spPr>
          <a:xfrm>
            <a:off x="609480" y="345744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8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846" y="0"/>
                </a:lnTo>
                <a:cubicBezTo>
                  <a:pt x="860" y="0"/>
                  <a:pt x="874" y="1"/>
                  <a:pt x="888" y="4"/>
                </a:cubicBezTo>
                <a:cubicBezTo>
                  <a:pt x="901" y="7"/>
                  <a:pt x="915" y="11"/>
                  <a:pt x="928" y="16"/>
                </a:cubicBezTo>
                <a:cubicBezTo>
                  <a:pt x="940" y="21"/>
                  <a:pt x="954" y="28"/>
                  <a:pt x="965" y="36"/>
                </a:cubicBezTo>
                <a:cubicBezTo>
                  <a:pt x="977" y="43"/>
                  <a:pt x="987" y="52"/>
                  <a:pt x="997" y="62"/>
                </a:cubicBezTo>
                <a:cubicBezTo>
                  <a:pt x="1007" y="72"/>
                  <a:pt x="1016" y="82"/>
                  <a:pt x="1023" y="94"/>
                </a:cubicBezTo>
                <a:cubicBezTo>
                  <a:pt x="1031" y="106"/>
                  <a:pt x="1038" y="118"/>
                  <a:pt x="1043" y="131"/>
                </a:cubicBezTo>
                <a:cubicBezTo>
                  <a:pt x="1048" y="143"/>
                  <a:pt x="1052" y="157"/>
                  <a:pt x="1055" y="170"/>
                </a:cubicBezTo>
                <a:cubicBezTo>
                  <a:pt x="1058" y="184"/>
                  <a:pt x="1059" y="198"/>
                  <a:pt x="1059" y="212"/>
                </a:cubicBezTo>
                <a:lnTo>
                  <a:pt x="1059" y="848"/>
                </a:lnTo>
                <a:cubicBezTo>
                  <a:pt x="1059" y="861"/>
                  <a:pt x="1058" y="875"/>
                  <a:pt x="1055" y="889"/>
                </a:cubicBezTo>
                <a:cubicBezTo>
                  <a:pt x="1052" y="902"/>
                  <a:pt x="1048" y="916"/>
                  <a:pt x="1043" y="929"/>
                </a:cubicBezTo>
                <a:cubicBezTo>
                  <a:pt x="1038" y="941"/>
                  <a:pt x="1031" y="954"/>
                  <a:pt x="1023" y="965"/>
                </a:cubicBezTo>
                <a:cubicBezTo>
                  <a:pt x="1016" y="977"/>
                  <a:pt x="1007" y="987"/>
                  <a:pt x="997" y="997"/>
                </a:cubicBezTo>
                <a:cubicBezTo>
                  <a:pt x="987" y="1007"/>
                  <a:pt x="977" y="1016"/>
                  <a:pt x="965" y="1024"/>
                </a:cubicBezTo>
                <a:cubicBezTo>
                  <a:pt x="954" y="1031"/>
                  <a:pt x="940" y="1038"/>
                  <a:pt x="928" y="1043"/>
                </a:cubicBezTo>
                <a:cubicBezTo>
                  <a:pt x="915" y="1048"/>
                  <a:pt x="901" y="1052"/>
                  <a:pt x="888" y="1055"/>
                </a:cubicBezTo>
                <a:cubicBezTo>
                  <a:pt x="874" y="1058"/>
                  <a:pt x="860" y="1059"/>
                  <a:pt x="846" y="1059"/>
                </a:cubicBezTo>
                <a:lnTo>
                  <a:pt x="211" y="1059"/>
                </a:lnTo>
                <a:cubicBezTo>
                  <a:pt x="198" y="1059"/>
                  <a:pt x="184" y="1058"/>
                  <a:pt x="170" y="1055"/>
                </a:cubicBezTo>
                <a:cubicBezTo>
                  <a:pt x="157" y="1052"/>
                  <a:pt x="143" y="1048"/>
                  <a:pt x="130" y="1043"/>
                </a:cubicBezTo>
                <a:cubicBezTo>
                  <a:pt x="118" y="1038"/>
                  <a:pt x="105" y="1031"/>
                  <a:pt x="94" y="1024"/>
                </a:cubicBezTo>
                <a:cubicBezTo>
                  <a:pt x="82" y="1016"/>
                  <a:pt x="72" y="1007"/>
                  <a:pt x="62" y="997"/>
                </a:cubicBezTo>
                <a:cubicBezTo>
                  <a:pt x="52" y="987"/>
                  <a:pt x="43" y="977"/>
                  <a:pt x="36" y="965"/>
                </a:cubicBezTo>
                <a:cubicBezTo>
                  <a:pt x="28" y="954"/>
                  <a:pt x="21" y="941"/>
                  <a:pt x="16" y="929"/>
                </a:cubicBezTo>
                <a:cubicBezTo>
                  <a:pt x="11" y="916"/>
                  <a:pt x="7" y="902"/>
                  <a:pt x="4" y="889"/>
                </a:cubicBezTo>
                <a:cubicBezTo>
                  <a:pt x="1" y="875"/>
                  <a:pt x="0" y="861"/>
                  <a:pt x="0" y="848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219320" y="2820960"/>
            <a:ext cx="10324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25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核心功能模</a:t>
            </a:r>
            <a:r>
              <a:rPr lang="zh-CN" sz="225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块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15680" y="3506760"/>
            <a:ext cx="2854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25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3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609480" y="414324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8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5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846" y="0"/>
                </a:lnTo>
                <a:cubicBezTo>
                  <a:pt x="860" y="0"/>
                  <a:pt x="874" y="1"/>
                  <a:pt x="888" y="4"/>
                </a:cubicBezTo>
                <a:cubicBezTo>
                  <a:pt x="901" y="7"/>
                  <a:pt x="915" y="11"/>
                  <a:pt x="928" y="16"/>
                </a:cubicBezTo>
                <a:cubicBezTo>
                  <a:pt x="940" y="21"/>
                  <a:pt x="954" y="28"/>
                  <a:pt x="965" y="36"/>
                </a:cubicBezTo>
                <a:cubicBezTo>
                  <a:pt x="977" y="43"/>
                  <a:pt x="987" y="52"/>
                  <a:pt x="997" y="62"/>
                </a:cubicBezTo>
                <a:cubicBezTo>
                  <a:pt x="1007" y="72"/>
                  <a:pt x="1016" y="82"/>
                  <a:pt x="1023" y="94"/>
                </a:cubicBezTo>
                <a:cubicBezTo>
                  <a:pt x="1031" y="105"/>
                  <a:pt x="1038" y="118"/>
                  <a:pt x="1043" y="131"/>
                </a:cubicBezTo>
                <a:cubicBezTo>
                  <a:pt x="1048" y="143"/>
                  <a:pt x="1052" y="157"/>
                  <a:pt x="1055" y="170"/>
                </a:cubicBezTo>
                <a:cubicBezTo>
                  <a:pt x="1058" y="184"/>
                  <a:pt x="1059" y="198"/>
                  <a:pt x="1059" y="212"/>
                </a:cubicBezTo>
                <a:lnTo>
                  <a:pt x="1059" y="848"/>
                </a:lnTo>
                <a:cubicBezTo>
                  <a:pt x="1059" y="861"/>
                  <a:pt x="1058" y="875"/>
                  <a:pt x="1055" y="889"/>
                </a:cubicBezTo>
                <a:cubicBezTo>
                  <a:pt x="1052" y="902"/>
                  <a:pt x="1048" y="916"/>
                  <a:pt x="1043" y="929"/>
                </a:cubicBezTo>
                <a:cubicBezTo>
                  <a:pt x="1038" y="941"/>
                  <a:pt x="1031" y="954"/>
                  <a:pt x="1023" y="965"/>
                </a:cubicBezTo>
                <a:cubicBezTo>
                  <a:pt x="1016" y="977"/>
                  <a:pt x="1007" y="987"/>
                  <a:pt x="997" y="997"/>
                </a:cubicBezTo>
                <a:cubicBezTo>
                  <a:pt x="987" y="1007"/>
                  <a:pt x="977" y="1016"/>
                  <a:pt x="965" y="1024"/>
                </a:cubicBezTo>
                <a:cubicBezTo>
                  <a:pt x="954" y="1031"/>
                  <a:pt x="940" y="1038"/>
                  <a:pt x="928" y="1043"/>
                </a:cubicBezTo>
                <a:cubicBezTo>
                  <a:pt x="915" y="1048"/>
                  <a:pt x="901" y="1052"/>
                  <a:pt x="888" y="1055"/>
                </a:cubicBezTo>
                <a:cubicBezTo>
                  <a:pt x="874" y="1058"/>
                  <a:pt x="860" y="1059"/>
                  <a:pt x="846" y="1059"/>
                </a:cubicBezTo>
                <a:lnTo>
                  <a:pt x="211" y="1059"/>
                </a:lnTo>
                <a:cubicBezTo>
                  <a:pt x="198" y="1059"/>
                  <a:pt x="184" y="1058"/>
                  <a:pt x="170" y="1055"/>
                </a:cubicBezTo>
                <a:cubicBezTo>
                  <a:pt x="157" y="1052"/>
                  <a:pt x="143" y="1048"/>
                  <a:pt x="130" y="1043"/>
                </a:cubicBezTo>
                <a:cubicBezTo>
                  <a:pt x="118" y="1038"/>
                  <a:pt x="105" y="1031"/>
                  <a:pt x="94" y="1024"/>
                </a:cubicBezTo>
                <a:cubicBezTo>
                  <a:pt x="82" y="1016"/>
                  <a:pt x="72" y="1007"/>
                  <a:pt x="62" y="997"/>
                </a:cubicBezTo>
                <a:cubicBezTo>
                  <a:pt x="52" y="987"/>
                  <a:pt x="43" y="977"/>
                  <a:pt x="36" y="965"/>
                </a:cubicBezTo>
                <a:cubicBezTo>
                  <a:pt x="28" y="954"/>
                  <a:pt x="21" y="941"/>
                  <a:pt x="16" y="929"/>
                </a:cubicBezTo>
                <a:cubicBezTo>
                  <a:pt x="11" y="916"/>
                  <a:pt x="7" y="902"/>
                  <a:pt x="4" y="889"/>
                </a:cubicBezTo>
                <a:cubicBezTo>
                  <a:pt x="1" y="875"/>
                  <a:pt x="0" y="861"/>
                  <a:pt x="0" y="848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219320" y="3506760"/>
            <a:ext cx="10324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25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技术</a:t>
            </a:r>
            <a:r>
              <a:rPr lang="zh-CN" sz="225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架</a:t>
            </a:r>
            <a:r>
              <a:rPr lang="zh-CN" sz="225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构设计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15680" y="4192560"/>
            <a:ext cx="2854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25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4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2" name="任意多边形 31"/>
          <p:cNvSpPr/>
          <p:nvPr/>
        </p:nvSpPr>
        <p:spPr>
          <a:xfrm>
            <a:off x="609480" y="482904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7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846" y="0"/>
                </a:lnTo>
                <a:cubicBezTo>
                  <a:pt x="860" y="0"/>
                  <a:pt x="874" y="1"/>
                  <a:pt x="888" y="4"/>
                </a:cubicBezTo>
                <a:cubicBezTo>
                  <a:pt x="901" y="7"/>
                  <a:pt x="915" y="11"/>
                  <a:pt x="928" y="16"/>
                </a:cubicBezTo>
                <a:cubicBezTo>
                  <a:pt x="940" y="21"/>
                  <a:pt x="954" y="28"/>
                  <a:pt x="965" y="36"/>
                </a:cubicBezTo>
                <a:cubicBezTo>
                  <a:pt x="977" y="43"/>
                  <a:pt x="987" y="52"/>
                  <a:pt x="997" y="62"/>
                </a:cubicBezTo>
                <a:cubicBezTo>
                  <a:pt x="1007" y="72"/>
                  <a:pt x="1016" y="82"/>
                  <a:pt x="1023" y="94"/>
                </a:cubicBezTo>
                <a:cubicBezTo>
                  <a:pt x="1031" y="106"/>
                  <a:pt x="1038" y="118"/>
                  <a:pt x="1043" y="131"/>
                </a:cubicBezTo>
                <a:cubicBezTo>
                  <a:pt x="1048" y="143"/>
                  <a:pt x="1052" y="157"/>
                  <a:pt x="1055" y="170"/>
                </a:cubicBezTo>
                <a:cubicBezTo>
                  <a:pt x="1058" y="184"/>
                  <a:pt x="1059" y="198"/>
                  <a:pt x="1059" y="212"/>
                </a:cubicBezTo>
                <a:lnTo>
                  <a:pt x="1059" y="847"/>
                </a:lnTo>
                <a:cubicBezTo>
                  <a:pt x="1059" y="860"/>
                  <a:pt x="1058" y="875"/>
                  <a:pt x="1055" y="889"/>
                </a:cubicBezTo>
                <a:cubicBezTo>
                  <a:pt x="1052" y="902"/>
                  <a:pt x="1048" y="916"/>
                  <a:pt x="1043" y="929"/>
                </a:cubicBezTo>
                <a:cubicBezTo>
                  <a:pt x="1038" y="941"/>
                  <a:pt x="1031" y="954"/>
                  <a:pt x="1023" y="965"/>
                </a:cubicBezTo>
                <a:cubicBezTo>
                  <a:pt x="1016" y="977"/>
                  <a:pt x="1007" y="987"/>
                  <a:pt x="997" y="997"/>
                </a:cubicBezTo>
                <a:cubicBezTo>
                  <a:pt x="987" y="1007"/>
                  <a:pt x="977" y="1016"/>
                  <a:pt x="965" y="1024"/>
                </a:cubicBezTo>
                <a:cubicBezTo>
                  <a:pt x="954" y="1031"/>
                  <a:pt x="940" y="1038"/>
                  <a:pt x="928" y="1043"/>
                </a:cubicBezTo>
                <a:cubicBezTo>
                  <a:pt x="915" y="1048"/>
                  <a:pt x="901" y="1052"/>
                  <a:pt x="888" y="1055"/>
                </a:cubicBezTo>
                <a:cubicBezTo>
                  <a:pt x="874" y="1058"/>
                  <a:pt x="860" y="1059"/>
                  <a:pt x="846" y="1059"/>
                </a:cubicBezTo>
                <a:lnTo>
                  <a:pt x="211" y="1059"/>
                </a:lnTo>
                <a:cubicBezTo>
                  <a:pt x="198" y="1059"/>
                  <a:pt x="184" y="1058"/>
                  <a:pt x="170" y="1055"/>
                </a:cubicBezTo>
                <a:cubicBezTo>
                  <a:pt x="157" y="1052"/>
                  <a:pt x="143" y="1048"/>
                  <a:pt x="130" y="1043"/>
                </a:cubicBezTo>
                <a:cubicBezTo>
                  <a:pt x="118" y="1038"/>
                  <a:pt x="105" y="1031"/>
                  <a:pt x="94" y="1024"/>
                </a:cubicBezTo>
                <a:cubicBezTo>
                  <a:pt x="82" y="1016"/>
                  <a:pt x="72" y="1007"/>
                  <a:pt x="62" y="997"/>
                </a:cubicBezTo>
                <a:cubicBezTo>
                  <a:pt x="52" y="987"/>
                  <a:pt x="43" y="977"/>
                  <a:pt x="36" y="965"/>
                </a:cubicBezTo>
                <a:cubicBezTo>
                  <a:pt x="28" y="954"/>
                  <a:pt x="21" y="941"/>
                  <a:pt x="16" y="929"/>
                </a:cubicBezTo>
                <a:cubicBezTo>
                  <a:pt x="11" y="916"/>
                  <a:pt x="7" y="902"/>
                  <a:pt x="4" y="889"/>
                </a:cubicBezTo>
                <a:cubicBezTo>
                  <a:pt x="1" y="875"/>
                  <a:pt x="0" y="860"/>
                  <a:pt x="0" y="847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219320" y="4192560"/>
            <a:ext cx="10324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25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实现细节解析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15680" y="4878360"/>
            <a:ext cx="2854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25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5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5" name="任意多边形 34"/>
          <p:cNvSpPr/>
          <p:nvPr/>
        </p:nvSpPr>
        <p:spPr>
          <a:xfrm>
            <a:off x="609480" y="5514840"/>
            <a:ext cx="381240" cy="381240"/>
          </a:xfrm>
          <a:custGeom>
            <a:avLst/>
            <a:gdLst/>
            <a:ahLst/>
            <a:cxnLst/>
            <a:rect l="0" t="0" r="r" b="b"/>
            <a:pathLst>
              <a:path w="1059" h="1059">
                <a:moveTo>
                  <a:pt x="0" y="848"/>
                </a:moveTo>
                <a:lnTo>
                  <a:pt x="0" y="213"/>
                </a:lnTo>
                <a:cubicBezTo>
                  <a:pt x="0" y="199"/>
                  <a:pt x="1" y="185"/>
                  <a:pt x="4" y="171"/>
                </a:cubicBezTo>
                <a:cubicBezTo>
                  <a:pt x="7" y="158"/>
                  <a:pt x="11" y="144"/>
                  <a:pt x="16" y="132"/>
                </a:cubicBezTo>
                <a:cubicBezTo>
                  <a:pt x="21" y="119"/>
                  <a:pt x="28" y="106"/>
                  <a:pt x="36" y="95"/>
                </a:cubicBezTo>
                <a:cubicBezTo>
                  <a:pt x="43" y="83"/>
                  <a:pt x="52" y="73"/>
                  <a:pt x="62" y="63"/>
                </a:cubicBezTo>
                <a:cubicBezTo>
                  <a:pt x="72" y="53"/>
                  <a:pt x="82" y="44"/>
                  <a:pt x="94" y="37"/>
                </a:cubicBezTo>
                <a:cubicBezTo>
                  <a:pt x="105" y="29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846" y="0"/>
                </a:lnTo>
                <a:cubicBezTo>
                  <a:pt x="860" y="0"/>
                  <a:pt x="874" y="1"/>
                  <a:pt x="888" y="4"/>
                </a:cubicBezTo>
                <a:cubicBezTo>
                  <a:pt x="901" y="7"/>
                  <a:pt x="915" y="11"/>
                  <a:pt x="928" y="16"/>
                </a:cubicBezTo>
                <a:cubicBezTo>
                  <a:pt x="940" y="21"/>
                  <a:pt x="954" y="29"/>
                  <a:pt x="965" y="37"/>
                </a:cubicBezTo>
                <a:cubicBezTo>
                  <a:pt x="977" y="44"/>
                  <a:pt x="987" y="53"/>
                  <a:pt x="997" y="63"/>
                </a:cubicBezTo>
                <a:cubicBezTo>
                  <a:pt x="1007" y="73"/>
                  <a:pt x="1016" y="83"/>
                  <a:pt x="1023" y="95"/>
                </a:cubicBezTo>
                <a:cubicBezTo>
                  <a:pt x="1031" y="106"/>
                  <a:pt x="1038" y="119"/>
                  <a:pt x="1043" y="132"/>
                </a:cubicBezTo>
                <a:cubicBezTo>
                  <a:pt x="1048" y="144"/>
                  <a:pt x="1052" y="158"/>
                  <a:pt x="1055" y="171"/>
                </a:cubicBezTo>
                <a:cubicBezTo>
                  <a:pt x="1058" y="185"/>
                  <a:pt x="1059" y="199"/>
                  <a:pt x="1059" y="213"/>
                </a:cubicBezTo>
                <a:lnTo>
                  <a:pt x="1059" y="848"/>
                </a:lnTo>
                <a:cubicBezTo>
                  <a:pt x="1059" y="861"/>
                  <a:pt x="1058" y="875"/>
                  <a:pt x="1055" y="889"/>
                </a:cubicBezTo>
                <a:cubicBezTo>
                  <a:pt x="1052" y="902"/>
                  <a:pt x="1048" y="916"/>
                  <a:pt x="1043" y="929"/>
                </a:cubicBezTo>
                <a:cubicBezTo>
                  <a:pt x="1038" y="941"/>
                  <a:pt x="1031" y="954"/>
                  <a:pt x="1023" y="965"/>
                </a:cubicBezTo>
                <a:cubicBezTo>
                  <a:pt x="1016" y="977"/>
                  <a:pt x="1007" y="987"/>
                  <a:pt x="997" y="997"/>
                </a:cubicBezTo>
                <a:cubicBezTo>
                  <a:pt x="987" y="1007"/>
                  <a:pt x="977" y="1016"/>
                  <a:pt x="965" y="1024"/>
                </a:cubicBezTo>
                <a:cubicBezTo>
                  <a:pt x="954" y="1031"/>
                  <a:pt x="940" y="1038"/>
                  <a:pt x="928" y="1043"/>
                </a:cubicBezTo>
                <a:cubicBezTo>
                  <a:pt x="915" y="1048"/>
                  <a:pt x="901" y="1052"/>
                  <a:pt x="888" y="1055"/>
                </a:cubicBezTo>
                <a:cubicBezTo>
                  <a:pt x="874" y="1058"/>
                  <a:pt x="860" y="1059"/>
                  <a:pt x="846" y="1059"/>
                </a:cubicBezTo>
                <a:lnTo>
                  <a:pt x="211" y="1059"/>
                </a:lnTo>
                <a:cubicBezTo>
                  <a:pt x="198" y="1059"/>
                  <a:pt x="184" y="1058"/>
                  <a:pt x="170" y="1055"/>
                </a:cubicBezTo>
                <a:cubicBezTo>
                  <a:pt x="157" y="1052"/>
                  <a:pt x="143" y="1048"/>
                  <a:pt x="130" y="1043"/>
                </a:cubicBezTo>
                <a:cubicBezTo>
                  <a:pt x="118" y="1038"/>
                  <a:pt x="105" y="1031"/>
                  <a:pt x="94" y="1024"/>
                </a:cubicBezTo>
                <a:cubicBezTo>
                  <a:pt x="82" y="1016"/>
                  <a:pt x="72" y="1007"/>
                  <a:pt x="62" y="997"/>
                </a:cubicBezTo>
                <a:cubicBezTo>
                  <a:pt x="52" y="987"/>
                  <a:pt x="43" y="977"/>
                  <a:pt x="36" y="965"/>
                </a:cubicBezTo>
                <a:cubicBezTo>
                  <a:pt x="28" y="954"/>
                  <a:pt x="21" y="941"/>
                  <a:pt x="16" y="929"/>
                </a:cubicBezTo>
                <a:cubicBezTo>
                  <a:pt x="11" y="916"/>
                  <a:pt x="7" y="902"/>
                  <a:pt x="4" y="889"/>
                </a:cubicBezTo>
                <a:cubicBezTo>
                  <a:pt x="1" y="875"/>
                  <a:pt x="0" y="861"/>
                  <a:pt x="0" y="848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219320" y="4878360"/>
            <a:ext cx="68832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25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界面展示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15680" y="5564160"/>
            <a:ext cx="28548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25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6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219320" y="5564160"/>
            <a:ext cx="8604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25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总结与展望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任意多边形 3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0" name="任意多边形 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1" name="图片 4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图片 41"/>
          <p:cNvPicPr/>
          <p:nvPr/>
        </p:nvPicPr>
        <p:blipFill>
          <a:blip r:embed="rId2"/>
          <a:stretch>
            <a:fillRect/>
          </a:stretch>
        </p:blipFill>
        <p:spPr>
          <a:xfrm>
            <a:off x="7315200" y="3308760"/>
            <a:ext cx="4876560" cy="354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" name="任意多边形 42"/>
          <p:cNvSpPr/>
          <p:nvPr/>
        </p:nvSpPr>
        <p:spPr>
          <a:xfrm>
            <a:off x="456840" y="485640"/>
            <a:ext cx="457920" cy="457920"/>
          </a:xfrm>
          <a:custGeom>
            <a:avLst/>
            <a:gdLst/>
            <a:ahLst/>
            <a:cxnLst/>
            <a:rect l="0" t="0" r="r" b="b"/>
            <a:pathLst>
              <a:path w="1272" h="1272">
                <a:moveTo>
                  <a:pt x="1114" y="636"/>
                </a:moveTo>
                <a:cubicBezTo>
                  <a:pt x="1114" y="605"/>
                  <a:pt x="1111" y="574"/>
                  <a:pt x="1105" y="543"/>
                </a:cubicBezTo>
                <a:cubicBezTo>
                  <a:pt x="1098" y="512"/>
                  <a:pt x="1089" y="483"/>
                  <a:pt x="1077" y="454"/>
                </a:cubicBezTo>
                <a:cubicBezTo>
                  <a:pt x="1066" y="425"/>
                  <a:pt x="1051" y="397"/>
                  <a:pt x="1033" y="371"/>
                </a:cubicBezTo>
                <a:cubicBezTo>
                  <a:pt x="1016" y="345"/>
                  <a:pt x="996" y="321"/>
                  <a:pt x="974" y="299"/>
                </a:cubicBezTo>
                <a:cubicBezTo>
                  <a:pt x="951" y="277"/>
                  <a:pt x="927" y="257"/>
                  <a:pt x="901" y="240"/>
                </a:cubicBezTo>
                <a:cubicBezTo>
                  <a:pt x="875" y="222"/>
                  <a:pt x="848" y="207"/>
                  <a:pt x="819" y="195"/>
                </a:cubicBezTo>
                <a:cubicBezTo>
                  <a:pt x="790" y="183"/>
                  <a:pt x="760" y="174"/>
                  <a:pt x="729" y="168"/>
                </a:cubicBezTo>
                <a:cubicBezTo>
                  <a:pt x="699" y="162"/>
                  <a:pt x="668" y="159"/>
                  <a:pt x="636" y="159"/>
                </a:cubicBezTo>
                <a:cubicBezTo>
                  <a:pt x="605" y="159"/>
                  <a:pt x="574" y="162"/>
                  <a:pt x="544" y="168"/>
                </a:cubicBezTo>
                <a:cubicBezTo>
                  <a:pt x="513" y="174"/>
                  <a:pt x="483" y="183"/>
                  <a:pt x="454" y="195"/>
                </a:cubicBezTo>
                <a:cubicBezTo>
                  <a:pt x="425" y="207"/>
                  <a:pt x="398" y="222"/>
                  <a:pt x="372" y="240"/>
                </a:cubicBezTo>
                <a:cubicBezTo>
                  <a:pt x="346" y="257"/>
                  <a:pt x="322" y="277"/>
                  <a:pt x="299" y="299"/>
                </a:cubicBezTo>
                <a:cubicBezTo>
                  <a:pt x="277" y="321"/>
                  <a:pt x="257" y="345"/>
                  <a:pt x="240" y="371"/>
                </a:cubicBezTo>
                <a:cubicBezTo>
                  <a:pt x="222" y="397"/>
                  <a:pt x="207" y="425"/>
                  <a:pt x="196" y="454"/>
                </a:cubicBezTo>
                <a:cubicBezTo>
                  <a:pt x="184" y="483"/>
                  <a:pt x="175" y="512"/>
                  <a:pt x="168" y="543"/>
                </a:cubicBezTo>
                <a:cubicBezTo>
                  <a:pt x="162" y="574"/>
                  <a:pt x="159" y="605"/>
                  <a:pt x="159" y="636"/>
                </a:cubicBezTo>
                <a:cubicBezTo>
                  <a:pt x="159" y="667"/>
                  <a:pt x="162" y="698"/>
                  <a:pt x="168" y="729"/>
                </a:cubicBezTo>
                <a:cubicBezTo>
                  <a:pt x="175" y="759"/>
                  <a:pt x="184" y="789"/>
                  <a:pt x="196" y="818"/>
                </a:cubicBezTo>
                <a:cubicBezTo>
                  <a:pt x="207" y="847"/>
                  <a:pt x="222" y="875"/>
                  <a:pt x="240" y="901"/>
                </a:cubicBezTo>
                <a:cubicBezTo>
                  <a:pt x="257" y="927"/>
                  <a:pt x="277" y="952"/>
                  <a:pt x="299" y="974"/>
                </a:cubicBezTo>
                <a:cubicBezTo>
                  <a:pt x="322" y="996"/>
                  <a:pt x="346" y="1015"/>
                  <a:pt x="372" y="1033"/>
                </a:cubicBezTo>
                <a:cubicBezTo>
                  <a:pt x="398" y="1050"/>
                  <a:pt x="425" y="1065"/>
                  <a:pt x="454" y="1077"/>
                </a:cubicBezTo>
                <a:cubicBezTo>
                  <a:pt x="483" y="1089"/>
                  <a:pt x="513" y="1098"/>
                  <a:pt x="544" y="1104"/>
                </a:cubicBezTo>
                <a:cubicBezTo>
                  <a:pt x="574" y="1110"/>
                  <a:pt x="605" y="1113"/>
                  <a:pt x="636" y="1113"/>
                </a:cubicBezTo>
                <a:cubicBezTo>
                  <a:pt x="668" y="1113"/>
                  <a:pt x="699" y="1110"/>
                  <a:pt x="729" y="1104"/>
                </a:cubicBezTo>
                <a:cubicBezTo>
                  <a:pt x="760" y="1098"/>
                  <a:pt x="790" y="1089"/>
                  <a:pt x="819" y="1077"/>
                </a:cubicBezTo>
                <a:cubicBezTo>
                  <a:pt x="848" y="1065"/>
                  <a:pt x="875" y="1050"/>
                  <a:pt x="901" y="1033"/>
                </a:cubicBezTo>
                <a:cubicBezTo>
                  <a:pt x="927" y="1015"/>
                  <a:pt x="951" y="996"/>
                  <a:pt x="974" y="974"/>
                </a:cubicBezTo>
                <a:cubicBezTo>
                  <a:pt x="996" y="952"/>
                  <a:pt x="1016" y="927"/>
                  <a:pt x="1033" y="901"/>
                </a:cubicBezTo>
                <a:cubicBezTo>
                  <a:pt x="1051" y="875"/>
                  <a:pt x="1066" y="847"/>
                  <a:pt x="1077" y="818"/>
                </a:cubicBezTo>
                <a:cubicBezTo>
                  <a:pt x="1089" y="789"/>
                  <a:pt x="1098" y="759"/>
                  <a:pt x="1105" y="729"/>
                </a:cubicBezTo>
                <a:cubicBezTo>
                  <a:pt x="1111" y="698"/>
                  <a:pt x="1114" y="667"/>
                  <a:pt x="1114" y="636"/>
                </a:cubicBezTo>
                <a:moveTo>
                  <a:pt x="0" y="636"/>
                </a:moveTo>
                <a:cubicBezTo>
                  <a:pt x="0" y="615"/>
                  <a:pt x="2" y="594"/>
                  <a:pt x="4" y="574"/>
                </a:cubicBezTo>
                <a:cubicBezTo>
                  <a:pt x="6" y="553"/>
                  <a:pt x="9" y="532"/>
                  <a:pt x="13" y="512"/>
                </a:cubicBezTo>
                <a:cubicBezTo>
                  <a:pt x="17" y="492"/>
                  <a:pt x="22" y="471"/>
                  <a:pt x="28" y="452"/>
                </a:cubicBezTo>
                <a:cubicBezTo>
                  <a:pt x="34" y="432"/>
                  <a:pt x="41" y="412"/>
                  <a:pt x="49" y="393"/>
                </a:cubicBezTo>
                <a:cubicBezTo>
                  <a:pt x="57" y="374"/>
                  <a:pt x="66" y="355"/>
                  <a:pt x="75" y="337"/>
                </a:cubicBezTo>
                <a:cubicBezTo>
                  <a:pt x="85" y="318"/>
                  <a:pt x="96" y="300"/>
                  <a:pt x="108" y="283"/>
                </a:cubicBezTo>
                <a:cubicBezTo>
                  <a:pt x="119" y="266"/>
                  <a:pt x="131" y="249"/>
                  <a:pt x="145" y="232"/>
                </a:cubicBezTo>
                <a:cubicBezTo>
                  <a:pt x="158" y="216"/>
                  <a:pt x="172" y="201"/>
                  <a:pt x="186" y="186"/>
                </a:cubicBezTo>
                <a:cubicBezTo>
                  <a:pt x="201" y="171"/>
                  <a:pt x="217" y="157"/>
                  <a:pt x="233" y="144"/>
                </a:cubicBezTo>
                <a:cubicBezTo>
                  <a:pt x="249" y="131"/>
                  <a:pt x="265" y="118"/>
                  <a:pt x="283" y="107"/>
                </a:cubicBezTo>
                <a:cubicBezTo>
                  <a:pt x="300" y="95"/>
                  <a:pt x="319" y="85"/>
                  <a:pt x="337" y="75"/>
                </a:cubicBezTo>
                <a:cubicBezTo>
                  <a:pt x="356" y="65"/>
                  <a:pt x="374" y="56"/>
                  <a:pt x="393" y="48"/>
                </a:cubicBezTo>
                <a:cubicBezTo>
                  <a:pt x="413" y="40"/>
                  <a:pt x="432" y="33"/>
                  <a:pt x="452" y="27"/>
                </a:cubicBezTo>
                <a:cubicBezTo>
                  <a:pt x="472" y="21"/>
                  <a:pt x="492" y="16"/>
                  <a:pt x="513" y="12"/>
                </a:cubicBezTo>
                <a:cubicBezTo>
                  <a:pt x="533" y="8"/>
                  <a:pt x="554" y="5"/>
                  <a:pt x="574" y="3"/>
                </a:cubicBezTo>
                <a:cubicBezTo>
                  <a:pt x="595" y="1"/>
                  <a:pt x="616" y="0"/>
                  <a:pt x="636" y="0"/>
                </a:cubicBezTo>
                <a:cubicBezTo>
                  <a:pt x="657" y="0"/>
                  <a:pt x="678" y="1"/>
                  <a:pt x="699" y="3"/>
                </a:cubicBezTo>
                <a:cubicBezTo>
                  <a:pt x="719" y="5"/>
                  <a:pt x="740" y="8"/>
                  <a:pt x="760" y="12"/>
                </a:cubicBezTo>
                <a:cubicBezTo>
                  <a:pt x="781" y="16"/>
                  <a:pt x="801" y="21"/>
                  <a:pt x="821" y="27"/>
                </a:cubicBezTo>
                <a:cubicBezTo>
                  <a:pt x="841" y="33"/>
                  <a:pt x="860" y="40"/>
                  <a:pt x="880" y="48"/>
                </a:cubicBezTo>
                <a:cubicBezTo>
                  <a:pt x="899" y="56"/>
                  <a:pt x="917" y="65"/>
                  <a:pt x="936" y="75"/>
                </a:cubicBezTo>
                <a:cubicBezTo>
                  <a:pt x="955" y="85"/>
                  <a:pt x="973" y="95"/>
                  <a:pt x="990" y="107"/>
                </a:cubicBezTo>
                <a:cubicBezTo>
                  <a:pt x="1008" y="118"/>
                  <a:pt x="1024" y="131"/>
                  <a:pt x="1040" y="144"/>
                </a:cubicBezTo>
                <a:cubicBezTo>
                  <a:pt x="1056" y="157"/>
                  <a:pt x="1072" y="171"/>
                  <a:pt x="1087" y="186"/>
                </a:cubicBezTo>
                <a:cubicBezTo>
                  <a:pt x="1101" y="201"/>
                  <a:pt x="1115" y="216"/>
                  <a:pt x="1128" y="232"/>
                </a:cubicBezTo>
                <a:cubicBezTo>
                  <a:pt x="1142" y="249"/>
                  <a:pt x="1154" y="266"/>
                  <a:pt x="1165" y="283"/>
                </a:cubicBezTo>
                <a:cubicBezTo>
                  <a:pt x="1177" y="300"/>
                  <a:pt x="1188" y="318"/>
                  <a:pt x="1198" y="337"/>
                </a:cubicBezTo>
                <a:cubicBezTo>
                  <a:pt x="1207" y="355"/>
                  <a:pt x="1216" y="374"/>
                  <a:pt x="1224" y="393"/>
                </a:cubicBezTo>
                <a:cubicBezTo>
                  <a:pt x="1232" y="412"/>
                  <a:pt x="1239" y="432"/>
                  <a:pt x="1245" y="452"/>
                </a:cubicBezTo>
                <a:cubicBezTo>
                  <a:pt x="1251" y="471"/>
                  <a:pt x="1256" y="492"/>
                  <a:pt x="1260" y="512"/>
                </a:cubicBezTo>
                <a:cubicBezTo>
                  <a:pt x="1264" y="532"/>
                  <a:pt x="1267" y="553"/>
                  <a:pt x="1269" y="574"/>
                </a:cubicBezTo>
                <a:cubicBezTo>
                  <a:pt x="1271" y="594"/>
                  <a:pt x="1272" y="615"/>
                  <a:pt x="1272" y="636"/>
                </a:cubicBezTo>
                <a:cubicBezTo>
                  <a:pt x="1272" y="657"/>
                  <a:pt x="1271" y="677"/>
                  <a:pt x="1269" y="698"/>
                </a:cubicBezTo>
                <a:cubicBezTo>
                  <a:pt x="1267" y="719"/>
                  <a:pt x="1264" y="739"/>
                  <a:pt x="1260" y="760"/>
                </a:cubicBezTo>
                <a:cubicBezTo>
                  <a:pt x="1256" y="780"/>
                  <a:pt x="1251" y="800"/>
                  <a:pt x="1245" y="820"/>
                </a:cubicBezTo>
                <a:cubicBezTo>
                  <a:pt x="1239" y="840"/>
                  <a:pt x="1232" y="860"/>
                  <a:pt x="1224" y="880"/>
                </a:cubicBezTo>
                <a:cubicBezTo>
                  <a:pt x="1216" y="899"/>
                  <a:pt x="1207" y="918"/>
                  <a:pt x="1198" y="936"/>
                </a:cubicBezTo>
                <a:cubicBezTo>
                  <a:pt x="1188" y="955"/>
                  <a:pt x="1177" y="972"/>
                  <a:pt x="1165" y="990"/>
                </a:cubicBezTo>
                <a:cubicBezTo>
                  <a:pt x="1154" y="1007"/>
                  <a:pt x="1142" y="1024"/>
                  <a:pt x="1128" y="1040"/>
                </a:cubicBezTo>
                <a:cubicBezTo>
                  <a:pt x="1115" y="1056"/>
                  <a:pt x="1101" y="1071"/>
                  <a:pt x="1087" y="1086"/>
                </a:cubicBezTo>
                <a:cubicBezTo>
                  <a:pt x="1072" y="1101"/>
                  <a:pt x="1056" y="1115"/>
                  <a:pt x="1040" y="1128"/>
                </a:cubicBezTo>
                <a:cubicBezTo>
                  <a:pt x="1024" y="1141"/>
                  <a:pt x="1008" y="1153"/>
                  <a:pt x="990" y="1165"/>
                </a:cubicBezTo>
                <a:cubicBezTo>
                  <a:pt x="973" y="1176"/>
                  <a:pt x="955" y="1187"/>
                  <a:pt x="936" y="1197"/>
                </a:cubicBezTo>
                <a:cubicBezTo>
                  <a:pt x="917" y="1207"/>
                  <a:pt x="899" y="1216"/>
                  <a:pt x="880" y="1224"/>
                </a:cubicBezTo>
                <a:cubicBezTo>
                  <a:pt x="860" y="1231"/>
                  <a:pt x="841" y="1238"/>
                  <a:pt x="821" y="1245"/>
                </a:cubicBezTo>
                <a:cubicBezTo>
                  <a:pt x="801" y="1251"/>
                  <a:pt x="781" y="1256"/>
                  <a:pt x="760" y="1260"/>
                </a:cubicBezTo>
                <a:cubicBezTo>
                  <a:pt x="740" y="1264"/>
                  <a:pt x="719" y="1267"/>
                  <a:pt x="699" y="1269"/>
                </a:cubicBezTo>
                <a:cubicBezTo>
                  <a:pt x="678" y="1271"/>
                  <a:pt x="657" y="1272"/>
                  <a:pt x="636" y="1272"/>
                </a:cubicBezTo>
                <a:cubicBezTo>
                  <a:pt x="616" y="1272"/>
                  <a:pt x="595" y="1271"/>
                  <a:pt x="574" y="1269"/>
                </a:cubicBezTo>
                <a:cubicBezTo>
                  <a:pt x="554" y="1267"/>
                  <a:pt x="533" y="1264"/>
                  <a:pt x="513" y="1260"/>
                </a:cubicBezTo>
                <a:cubicBezTo>
                  <a:pt x="492" y="1256"/>
                  <a:pt x="472" y="1251"/>
                  <a:pt x="452" y="1245"/>
                </a:cubicBezTo>
                <a:cubicBezTo>
                  <a:pt x="432" y="1238"/>
                  <a:pt x="413" y="1231"/>
                  <a:pt x="393" y="1224"/>
                </a:cubicBezTo>
                <a:cubicBezTo>
                  <a:pt x="374" y="1216"/>
                  <a:pt x="356" y="1207"/>
                  <a:pt x="337" y="1197"/>
                </a:cubicBezTo>
                <a:cubicBezTo>
                  <a:pt x="319" y="1187"/>
                  <a:pt x="300" y="1176"/>
                  <a:pt x="283" y="1165"/>
                </a:cubicBezTo>
                <a:cubicBezTo>
                  <a:pt x="265" y="1153"/>
                  <a:pt x="249" y="1141"/>
                  <a:pt x="233" y="1128"/>
                </a:cubicBezTo>
                <a:cubicBezTo>
                  <a:pt x="217" y="1115"/>
                  <a:pt x="201" y="1101"/>
                  <a:pt x="186" y="1086"/>
                </a:cubicBezTo>
                <a:cubicBezTo>
                  <a:pt x="172" y="1071"/>
                  <a:pt x="158" y="1056"/>
                  <a:pt x="145" y="1040"/>
                </a:cubicBezTo>
                <a:cubicBezTo>
                  <a:pt x="131" y="1024"/>
                  <a:pt x="119" y="1007"/>
                  <a:pt x="108" y="990"/>
                </a:cubicBezTo>
                <a:cubicBezTo>
                  <a:pt x="96" y="972"/>
                  <a:pt x="85" y="955"/>
                  <a:pt x="75" y="936"/>
                </a:cubicBezTo>
                <a:cubicBezTo>
                  <a:pt x="66" y="918"/>
                  <a:pt x="57" y="899"/>
                  <a:pt x="49" y="880"/>
                </a:cubicBezTo>
                <a:cubicBezTo>
                  <a:pt x="41" y="860"/>
                  <a:pt x="34" y="840"/>
                  <a:pt x="28" y="820"/>
                </a:cubicBezTo>
                <a:cubicBezTo>
                  <a:pt x="22" y="800"/>
                  <a:pt x="17" y="780"/>
                  <a:pt x="13" y="760"/>
                </a:cubicBezTo>
                <a:cubicBezTo>
                  <a:pt x="9" y="739"/>
                  <a:pt x="6" y="719"/>
                  <a:pt x="4" y="698"/>
                </a:cubicBezTo>
                <a:cubicBezTo>
                  <a:pt x="2" y="677"/>
                  <a:pt x="0" y="657"/>
                  <a:pt x="0" y="636"/>
                </a:cubicBezTo>
                <a:moveTo>
                  <a:pt x="636" y="834"/>
                </a:moveTo>
                <a:cubicBezTo>
                  <a:pt x="650" y="834"/>
                  <a:pt x="662" y="833"/>
                  <a:pt x="675" y="830"/>
                </a:cubicBezTo>
                <a:cubicBezTo>
                  <a:pt x="688" y="828"/>
                  <a:pt x="700" y="824"/>
                  <a:pt x="712" y="819"/>
                </a:cubicBezTo>
                <a:cubicBezTo>
                  <a:pt x="724" y="814"/>
                  <a:pt x="736" y="808"/>
                  <a:pt x="747" y="801"/>
                </a:cubicBezTo>
                <a:cubicBezTo>
                  <a:pt x="758" y="794"/>
                  <a:pt x="768" y="785"/>
                  <a:pt x="777" y="776"/>
                </a:cubicBezTo>
                <a:cubicBezTo>
                  <a:pt x="786" y="767"/>
                  <a:pt x="794" y="757"/>
                  <a:pt x="801" y="746"/>
                </a:cubicBezTo>
                <a:cubicBezTo>
                  <a:pt x="809" y="735"/>
                  <a:pt x="815" y="724"/>
                  <a:pt x="820" y="712"/>
                </a:cubicBezTo>
                <a:cubicBezTo>
                  <a:pt x="825" y="700"/>
                  <a:pt x="829" y="687"/>
                  <a:pt x="831" y="675"/>
                </a:cubicBezTo>
                <a:cubicBezTo>
                  <a:pt x="834" y="662"/>
                  <a:pt x="835" y="649"/>
                  <a:pt x="835" y="636"/>
                </a:cubicBezTo>
                <a:cubicBezTo>
                  <a:pt x="835" y="623"/>
                  <a:pt x="834" y="610"/>
                  <a:pt x="831" y="597"/>
                </a:cubicBezTo>
                <a:cubicBezTo>
                  <a:pt x="829" y="584"/>
                  <a:pt x="825" y="572"/>
                  <a:pt x="820" y="560"/>
                </a:cubicBezTo>
                <a:cubicBezTo>
                  <a:pt x="815" y="548"/>
                  <a:pt x="809" y="536"/>
                  <a:pt x="801" y="526"/>
                </a:cubicBezTo>
                <a:cubicBezTo>
                  <a:pt x="794" y="515"/>
                  <a:pt x="786" y="505"/>
                  <a:pt x="777" y="496"/>
                </a:cubicBezTo>
                <a:cubicBezTo>
                  <a:pt x="768" y="486"/>
                  <a:pt x="758" y="478"/>
                  <a:pt x="747" y="471"/>
                </a:cubicBezTo>
                <a:cubicBezTo>
                  <a:pt x="736" y="464"/>
                  <a:pt x="724" y="458"/>
                  <a:pt x="712" y="453"/>
                </a:cubicBezTo>
                <a:cubicBezTo>
                  <a:pt x="700" y="448"/>
                  <a:pt x="688" y="444"/>
                  <a:pt x="675" y="441"/>
                </a:cubicBezTo>
                <a:cubicBezTo>
                  <a:pt x="662" y="439"/>
                  <a:pt x="650" y="437"/>
                  <a:pt x="636" y="437"/>
                </a:cubicBezTo>
                <a:cubicBezTo>
                  <a:pt x="623" y="437"/>
                  <a:pt x="611" y="439"/>
                  <a:pt x="598" y="441"/>
                </a:cubicBezTo>
                <a:cubicBezTo>
                  <a:pt x="585" y="444"/>
                  <a:pt x="573" y="448"/>
                  <a:pt x="561" y="453"/>
                </a:cubicBezTo>
                <a:cubicBezTo>
                  <a:pt x="549" y="458"/>
                  <a:pt x="537" y="464"/>
                  <a:pt x="526" y="471"/>
                </a:cubicBezTo>
                <a:cubicBezTo>
                  <a:pt x="515" y="478"/>
                  <a:pt x="505" y="486"/>
                  <a:pt x="496" y="496"/>
                </a:cubicBezTo>
                <a:cubicBezTo>
                  <a:pt x="487" y="505"/>
                  <a:pt x="479" y="515"/>
                  <a:pt x="472" y="526"/>
                </a:cubicBezTo>
                <a:cubicBezTo>
                  <a:pt x="464" y="536"/>
                  <a:pt x="458" y="548"/>
                  <a:pt x="453" y="560"/>
                </a:cubicBezTo>
                <a:cubicBezTo>
                  <a:pt x="448" y="572"/>
                  <a:pt x="444" y="584"/>
                  <a:pt x="442" y="597"/>
                </a:cubicBezTo>
                <a:cubicBezTo>
                  <a:pt x="439" y="610"/>
                  <a:pt x="438" y="623"/>
                  <a:pt x="438" y="636"/>
                </a:cubicBezTo>
                <a:cubicBezTo>
                  <a:pt x="438" y="649"/>
                  <a:pt x="439" y="662"/>
                  <a:pt x="442" y="675"/>
                </a:cubicBezTo>
                <a:cubicBezTo>
                  <a:pt x="444" y="687"/>
                  <a:pt x="448" y="700"/>
                  <a:pt x="453" y="712"/>
                </a:cubicBezTo>
                <a:cubicBezTo>
                  <a:pt x="458" y="724"/>
                  <a:pt x="464" y="735"/>
                  <a:pt x="472" y="746"/>
                </a:cubicBezTo>
                <a:cubicBezTo>
                  <a:pt x="479" y="757"/>
                  <a:pt x="487" y="767"/>
                  <a:pt x="496" y="776"/>
                </a:cubicBezTo>
                <a:cubicBezTo>
                  <a:pt x="505" y="785"/>
                  <a:pt x="515" y="794"/>
                  <a:pt x="526" y="801"/>
                </a:cubicBezTo>
                <a:cubicBezTo>
                  <a:pt x="537" y="808"/>
                  <a:pt x="549" y="814"/>
                  <a:pt x="561" y="819"/>
                </a:cubicBezTo>
                <a:cubicBezTo>
                  <a:pt x="573" y="824"/>
                  <a:pt x="585" y="828"/>
                  <a:pt x="598" y="830"/>
                </a:cubicBezTo>
                <a:cubicBezTo>
                  <a:pt x="611" y="833"/>
                  <a:pt x="623" y="834"/>
                  <a:pt x="636" y="834"/>
                </a:cubicBezTo>
                <a:moveTo>
                  <a:pt x="636" y="279"/>
                </a:moveTo>
                <a:cubicBezTo>
                  <a:pt x="660" y="279"/>
                  <a:pt x="683" y="281"/>
                  <a:pt x="706" y="286"/>
                </a:cubicBezTo>
                <a:cubicBezTo>
                  <a:pt x="729" y="290"/>
                  <a:pt x="752" y="297"/>
                  <a:pt x="773" y="306"/>
                </a:cubicBezTo>
                <a:cubicBezTo>
                  <a:pt x="795" y="315"/>
                  <a:pt x="815" y="326"/>
                  <a:pt x="835" y="339"/>
                </a:cubicBezTo>
                <a:cubicBezTo>
                  <a:pt x="854" y="352"/>
                  <a:pt x="872" y="367"/>
                  <a:pt x="889" y="383"/>
                </a:cubicBezTo>
                <a:cubicBezTo>
                  <a:pt x="906" y="400"/>
                  <a:pt x="920" y="418"/>
                  <a:pt x="933" y="437"/>
                </a:cubicBezTo>
                <a:cubicBezTo>
                  <a:pt x="947" y="457"/>
                  <a:pt x="959" y="478"/>
                  <a:pt x="967" y="499"/>
                </a:cubicBezTo>
                <a:cubicBezTo>
                  <a:pt x="976" y="521"/>
                  <a:pt x="983" y="543"/>
                  <a:pt x="988" y="566"/>
                </a:cubicBezTo>
                <a:cubicBezTo>
                  <a:pt x="992" y="589"/>
                  <a:pt x="995" y="612"/>
                  <a:pt x="995" y="636"/>
                </a:cubicBezTo>
                <a:cubicBezTo>
                  <a:pt x="995" y="659"/>
                  <a:pt x="992" y="683"/>
                  <a:pt x="988" y="706"/>
                </a:cubicBezTo>
                <a:cubicBezTo>
                  <a:pt x="983" y="729"/>
                  <a:pt x="976" y="751"/>
                  <a:pt x="967" y="773"/>
                </a:cubicBezTo>
                <a:cubicBezTo>
                  <a:pt x="959" y="794"/>
                  <a:pt x="947" y="815"/>
                  <a:pt x="933" y="834"/>
                </a:cubicBezTo>
                <a:cubicBezTo>
                  <a:pt x="920" y="854"/>
                  <a:pt x="906" y="872"/>
                  <a:pt x="889" y="889"/>
                </a:cubicBezTo>
                <a:cubicBezTo>
                  <a:pt x="872" y="906"/>
                  <a:pt x="854" y="921"/>
                  <a:pt x="835" y="934"/>
                </a:cubicBezTo>
                <a:cubicBezTo>
                  <a:pt x="815" y="947"/>
                  <a:pt x="795" y="958"/>
                  <a:pt x="773" y="967"/>
                </a:cubicBezTo>
                <a:cubicBezTo>
                  <a:pt x="752" y="976"/>
                  <a:pt x="729" y="983"/>
                  <a:pt x="706" y="987"/>
                </a:cubicBezTo>
                <a:cubicBezTo>
                  <a:pt x="683" y="992"/>
                  <a:pt x="660" y="994"/>
                  <a:pt x="636" y="994"/>
                </a:cubicBezTo>
                <a:cubicBezTo>
                  <a:pt x="613" y="994"/>
                  <a:pt x="590" y="992"/>
                  <a:pt x="567" y="987"/>
                </a:cubicBezTo>
                <a:cubicBezTo>
                  <a:pt x="544" y="983"/>
                  <a:pt x="521" y="976"/>
                  <a:pt x="500" y="967"/>
                </a:cubicBezTo>
                <a:cubicBezTo>
                  <a:pt x="478" y="958"/>
                  <a:pt x="458" y="947"/>
                  <a:pt x="438" y="934"/>
                </a:cubicBezTo>
                <a:cubicBezTo>
                  <a:pt x="419" y="921"/>
                  <a:pt x="401" y="906"/>
                  <a:pt x="384" y="889"/>
                </a:cubicBezTo>
                <a:cubicBezTo>
                  <a:pt x="367" y="872"/>
                  <a:pt x="353" y="854"/>
                  <a:pt x="340" y="834"/>
                </a:cubicBezTo>
                <a:cubicBezTo>
                  <a:pt x="326" y="815"/>
                  <a:pt x="314" y="794"/>
                  <a:pt x="306" y="773"/>
                </a:cubicBezTo>
                <a:cubicBezTo>
                  <a:pt x="297" y="751"/>
                  <a:pt x="290" y="729"/>
                  <a:pt x="285" y="706"/>
                </a:cubicBezTo>
                <a:cubicBezTo>
                  <a:pt x="281" y="683"/>
                  <a:pt x="278" y="659"/>
                  <a:pt x="278" y="636"/>
                </a:cubicBezTo>
                <a:cubicBezTo>
                  <a:pt x="278" y="612"/>
                  <a:pt x="281" y="589"/>
                  <a:pt x="285" y="566"/>
                </a:cubicBezTo>
                <a:cubicBezTo>
                  <a:pt x="290" y="543"/>
                  <a:pt x="297" y="521"/>
                  <a:pt x="306" y="499"/>
                </a:cubicBezTo>
                <a:cubicBezTo>
                  <a:pt x="314" y="478"/>
                  <a:pt x="326" y="457"/>
                  <a:pt x="340" y="437"/>
                </a:cubicBezTo>
                <a:cubicBezTo>
                  <a:pt x="353" y="418"/>
                  <a:pt x="367" y="400"/>
                  <a:pt x="384" y="383"/>
                </a:cubicBezTo>
                <a:cubicBezTo>
                  <a:pt x="401" y="367"/>
                  <a:pt x="419" y="352"/>
                  <a:pt x="438" y="339"/>
                </a:cubicBezTo>
                <a:cubicBezTo>
                  <a:pt x="458" y="326"/>
                  <a:pt x="478" y="315"/>
                  <a:pt x="500" y="306"/>
                </a:cubicBezTo>
                <a:cubicBezTo>
                  <a:pt x="521" y="297"/>
                  <a:pt x="544" y="290"/>
                  <a:pt x="567" y="286"/>
                </a:cubicBezTo>
                <a:cubicBezTo>
                  <a:pt x="590" y="281"/>
                  <a:pt x="613" y="279"/>
                  <a:pt x="636" y="279"/>
                </a:cubicBezTo>
                <a:moveTo>
                  <a:pt x="557" y="636"/>
                </a:moveTo>
                <a:cubicBezTo>
                  <a:pt x="557" y="625"/>
                  <a:pt x="559" y="615"/>
                  <a:pt x="563" y="605"/>
                </a:cubicBezTo>
                <a:cubicBezTo>
                  <a:pt x="567" y="596"/>
                  <a:pt x="573" y="587"/>
                  <a:pt x="580" y="580"/>
                </a:cubicBezTo>
                <a:cubicBezTo>
                  <a:pt x="588" y="572"/>
                  <a:pt x="596" y="567"/>
                  <a:pt x="606" y="563"/>
                </a:cubicBezTo>
                <a:cubicBezTo>
                  <a:pt x="616" y="559"/>
                  <a:pt x="626" y="556"/>
                  <a:pt x="636" y="556"/>
                </a:cubicBezTo>
                <a:cubicBezTo>
                  <a:pt x="647" y="556"/>
                  <a:pt x="657" y="559"/>
                  <a:pt x="667" y="563"/>
                </a:cubicBezTo>
                <a:cubicBezTo>
                  <a:pt x="677" y="567"/>
                  <a:pt x="685" y="572"/>
                  <a:pt x="693" y="580"/>
                </a:cubicBezTo>
                <a:cubicBezTo>
                  <a:pt x="700" y="587"/>
                  <a:pt x="706" y="596"/>
                  <a:pt x="710" y="605"/>
                </a:cubicBezTo>
                <a:cubicBezTo>
                  <a:pt x="714" y="615"/>
                  <a:pt x="716" y="625"/>
                  <a:pt x="716" y="636"/>
                </a:cubicBezTo>
                <a:cubicBezTo>
                  <a:pt x="716" y="646"/>
                  <a:pt x="714" y="657"/>
                  <a:pt x="710" y="666"/>
                </a:cubicBezTo>
                <a:cubicBezTo>
                  <a:pt x="706" y="676"/>
                  <a:pt x="700" y="685"/>
                  <a:pt x="693" y="692"/>
                </a:cubicBezTo>
                <a:cubicBezTo>
                  <a:pt x="685" y="699"/>
                  <a:pt x="677" y="705"/>
                  <a:pt x="667" y="709"/>
                </a:cubicBezTo>
                <a:cubicBezTo>
                  <a:pt x="657" y="713"/>
                  <a:pt x="647" y="715"/>
                  <a:pt x="636" y="715"/>
                </a:cubicBezTo>
                <a:cubicBezTo>
                  <a:pt x="626" y="715"/>
                  <a:pt x="616" y="713"/>
                  <a:pt x="606" y="709"/>
                </a:cubicBezTo>
                <a:cubicBezTo>
                  <a:pt x="596" y="705"/>
                  <a:pt x="588" y="699"/>
                  <a:pt x="580" y="692"/>
                </a:cubicBezTo>
                <a:cubicBezTo>
                  <a:pt x="573" y="685"/>
                  <a:pt x="567" y="676"/>
                  <a:pt x="563" y="666"/>
                </a:cubicBezTo>
                <a:cubicBezTo>
                  <a:pt x="559" y="657"/>
                  <a:pt x="557" y="646"/>
                  <a:pt x="557" y="636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44" name="图片 43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" y="1095480"/>
            <a:ext cx="914040" cy="5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任意多边形 44"/>
          <p:cNvSpPr/>
          <p:nvPr/>
        </p:nvSpPr>
        <p:spPr>
          <a:xfrm>
            <a:off x="456840" y="22190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60"/>
                </a:moveTo>
                <a:lnTo>
                  <a:pt x="0" y="212"/>
                </a:lnTo>
                <a:cubicBezTo>
                  <a:pt x="0" y="198"/>
                  <a:pt x="2" y="184"/>
                  <a:pt x="5" y="171"/>
                </a:cubicBezTo>
                <a:cubicBezTo>
                  <a:pt x="7" y="157"/>
                  <a:pt x="11" y="144"/>
                  <a:pt x="17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3" y="72"/>
                  <a:pt x="62" y="62"/>
                </a:cubicBezTo>
                <a:cubicBezTo>
                  <a:pt x="72" y="52"/>
                  <a:pt x="83" y="44"/>
                  <a:pt x="95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5" y="2"/>
                  <a:pt x="198" y="0"/>
                  <a:pt x="212" y="0"/>
                </a:cubicBezTo>
                <a:lnTo>
                  <a:pt x="1060" y="0"/>
                </a:lnTo>
                <a:cubicBezTo>
                  <a:pt x="1074" y="0"/>
                  <a:pt x="1087" y="2"/>
                  <a:pt x="1101" y="4"/>
                </a:cubicBezTo>
                <a:cubicBezTo>
                  <a:pt x="1115" y="7"/>
                  <a:pt x="1128" y="11"/>
                  <a:pt x="1141" y="16"/>
                </a:cubicBezTo>
                <a:cubicBezTo>
                  <a:pt x="1154" y="22"/>
                  <a:pt x="1166" y="28"/>
                  <a:pt x="1177" y="36"/>
                </a:cubicBezTo>
                <a:cubicBezTo>
                  <a:pt x="1189" y="44"/>
                  <a:pt x="1200" y="52"/>
                  <a:pt x="1210" y="62"/>
                </a:cubicBezTo>
                <a:cubicBezTo>
                  <a:pt x="1219" y="72"/>
                  <a:pt x="1228" y="83"/>
                  <a:pt x="1236" y="94"/>
                </a:cubicBezTo>
                <a:cubicBezTo>
                  <a:pt x="1244" y="106"/>
                  <a:pt x="1250" y="118"/>
                  <a:pt x="1255" y="131"/>
                </a:cubicBezTo>
                <a:cubicBezTo>
                  <a:pt x="1261" y="144"/>
                  <a:pt x="1265" y="157"/>
                  <a:pt x="1267" y="171"/>
                </a:cubicBezTo>
                <a:cubicBezTo>
                  <a:pt x="1270" y="184"/>
                  <a:pt x="1271" y="198"/>
                  <a:pt x="1271" y="212"/>
                </a:cubicBezTo>
                <a:lnTo>
                  <a:pt x="1271" y="1060"/>
                </a:lnTo>
                <a:cubicBezTo>
                  <a:pt x="1271" y="1074"/>
                  <a:pt x="1270" y="1087"/>
                  <a:pt x="1267" y="1101"/>
                </a:cubicBezTo>
                <a:cubicBezTo>
                  <a:pt x="1265" y="1115"/>
                  <a:pt x="1261" y="1128"/>
                  <a:pt x="1255" y="1141"/>
                </a:cubicBezTo>
                <a:cubicBezTo>
                  <a:pt x="1250" y="1153"/>
                  <a:pt x="1244" y="1166"/>
                  <a:pt x="1236" y="1177"/>
                </a:cubicBezTo>
                <a:cubicBezTo>
                  <a:pt x="1228" y="1189"/>
                  <a:pt x="1219" y="1199"/>
                  <a:pt x="1210" y="1209"/>
                </a:cubicBezTo>
                <a:cubicBezTo>
                  <a:pt x="1200" y="1219"/>
                  <a:pt x="1189" y="1228"/>
                  <a:pt x="1177" y="1236"/>
                </a:cubicBezTo>
                <a:cubicBezTo>
                  <a:pt x="1166" y="1243"/>
                  <a:pt x="1154" y="1250"/>
                  <a:pt x="1141" y="1255"/>
                </a:cubicBezTo>
                <a:cubicBezTo>
                  <a:pt x="1128" y="1260"/>
                  <a:pt x="1115" y="1265"/>
                  <a:pt x="1101" y="1267"/>
                </a:cubicBezTo>
                <a:cubicBezTo>
                  <a:pt x="1087" y="1270"/>
                  <a:pt x="1074" y="1271"/>
                  <a:pt x="1060" y="1271"/>
                </a:cubicBezTo>
                <a:lnTo>
                  <a:pt x="212" y="1271"/>
                </a:lnTo>
                <a:cubicBezTo>
                  <a:pt x="198" y="1271"/>
                  <a:pt x="185" y="1270"/>
                  <a:pt x="171" y="1267"/>
                </a:cubicBezTo>
                <a:cubicBezTo>
                  <a:pt x="157" y="1265"/>
                  <a:pt x="144" y="1260"/>
                  <a:pt x="131" y="1255"/>
                </a:cubicBezTo>
                <a:cubicBezTo>
                  <a:pt x="118" y="1250"/>
                  <a:pt x="106" y="1243"/>
                  <a:pt x="95" y="1236"/>
                </a:cubicBezTo>
                <a:cubicBezTo>
                  <a:pt x="83" y="1228"/>
                  <a:pt x="72" y="1219"/>
                  <a:pt x="62" y="1209"/>
                </a:cubicBezTo>
                <a:cubicBezTo>
                  <a:pt x="53" y="1199"/>
                  <a:pt x="44" y="1189"/>
                  <a:pt x="36" y="1177"/>
                </a:cubicBezTo>
                <a:cubicBezTo>
                  <a:pt x="28" y="1166"/>
                  <a:pt x="22" y="1153"/>
                  <a:pt x="17" y="1141"/>
                </a:cubicBezTo>
                <a:cubicBezTo>
                  <a:pt x="11" y="1128"/>
                  <a:pt x="7" y="1115"/>
                  <a:pt x="5" y="1101"/>
                </a:cubicBezTo>
                <a:cubicBezTo>
                  <a:pt x="2" y="1087"/>
                  <a:pt x="0" y="1074"/>
                  <a:pt x="0" y="106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6" name="任意多边形 45"/>
          <p:cNvSpPr/>
          <p:nvPr/>
        </p:nvSpPr>
        <p:spPr>
          <a:xfrm>
            <a:off x="590400" y="2352600"/>
            <a:ext cx="190800" cy="190800"/>
          </a:xfrm>
          <a:custGeom>
            <a:avLst/>
            <a:gdLst/>
            <a:ahLst/>
            <a:cxnLst/>
            <a:rect l="0" t="0" r="r" b="b"/>
            <a:pathLst>
              <a:path w="530" h="530">
                <a:moveTo>
                  <a:pt x="265" y="0"/>
                </a:moveTo>
                <a:cubicBezTo>
                  <a:pt x="284" y="0"/>
                  <a:pt x="299" y="14"/>
                  <a:pt x="299" y="33"/>
                </a:cubicBezTo>
                <a:lnTo>
                  <a:pt x="299" y="44"/>
                </a:lnTo>
                <a:cubicBezTo>
                  <a:pt x="395" y="58"/>
                  <a:pt x="472" y="135"/>
                  <a:pt x="486" y="232"/>
                </a:cubicBezTo>
                <a:lnTo>
                  <a:pt x="497" y="232"/>
                </a:lnTo>
                <a:cubicBezTo>
                  <a:pt x="515" y="232"/>
                  <a:pt x="530" y="247"/>
                  <a:pt x="530" y="265"/>
                </a:cubicBezTo>
                <a:cubicBezTo>
                  <a:pt x="530" y="284"/>
                  <a:pt x="515" y="298"/>
                  <a:pt x="497" y="298"/>
                </a:cubicBezTo>
                <a:lnTo>
                  <a:pt x="486" y="298"/>
                </a:lnTo>
                <a:cubicBezTo>
                  <a:pt x="472" y="395"/>
                  <a:pt x="395" y="472"/>
                  <a:pt x="299" y="486"/>
                </a:cubicBezTo>
                <a:lnTo>
                  <a:pt x="299" y="497"/>
                </a:lnTo>
                <a:cubicBezTo>
                  <a:pt x="299" y="515"/>
                  <a:pt x="284" y="530"/>
                  <a:pt x="265" y="530"/>
                </a:cubicBezTo>
                <a:cubicBezTo>
                  <a:pt x="247" y="530"/>
                  <a:pt x="232" y="515"/>
                  <a:pt x="232" y="497"/>
                </a:cubicBezTo>
                <a:lnTo>
                  <a:pt x="232" y="486"/>
                </a:lnTo>
                <a:cubicBezTo>
                  <a:pt x="135" y="472"/>
                  <a:pt x="58" y="395"/>
                  <a:pt x="44" y="298"/>
                </a:cubicBezTo>
                <a:lnTo>
                  <a:pt x="33" y="298"/>
                </a:lnTo>
                <a:cubicBezTo>
                  <a:pt x="15" y="298"/>
                  <a:pt x="0" y="284"/>
                  <a:pt x="0" y="265"/>
                </a:cubicBezTo>
                <a:cubicBezTo>
                  <a:pt x="0" y="247"/>
                  <a:pt x="15" y="232"/>
                  <a:pt x="33" y="232"/>
                </a:cubicBezTo>
                <a:lnTo>
                  <a:pt x="44" y="232"/>
                </a:lnTo>
                <a:cubicBezTo>
                  <a:pt x="58" y="135"/>
                  <a:pt x="135" y="58"/>
                  <a:pt x="232" y="44"/>
                </a:cubicBezTo>
                <a:lnTo>
                  <a:pt x="232" y="33"/>
                </a:lnTo>
                <a:cubicBezTo>
                  <a:pt x="232" y="14"/>
                  <a:pt x="247" y="0"/>
                  <a:pt x="265" y="0"/>
                </a:cubicBezTo>
                <a:moveTo>
                  <a:pt x="111" y="298"/>
                </a:moveTo>
                <a:cubicBezTo>
                  <a:pt x="124" y="359"/>
                  <a:pt x="171" y="406"/>
                  <a:pt x="232" y="419"/>
                </a:cubicBezTo>
                <a:lnTo>
                  <a:pt x="232" y="398"/>
                </a:lnTo>
                <a:cubicBezTo>
                  <a:pt x="232" y="379"/>
                  <a:pt x="247" y="365"/>
                  <a:pt x="265" y="365"/>
                </a:cubicBezTo>
                <a:cubicBezTo>
                  <a:pt x="284" y="365"/>
                  <a:pt x="299" y="379"/>
                  <a:pt x="299" y="398"/>
                </a:cubicBezTo>
                <a:lnTo>
                  <a:pt x="299" y="419"/>
                </a:lnTo>
                <a:cubicBezTo>
                  <a:pt x="359" y="406"/>
                  <a:pt x="406" y="359"/>
                  <a:pt x="419" y="298"/>
                </a:cubicBezTo>
                <a:lnTo>
                  <a:pt x="398" y="298"/>
                </a:lnTo>
                <a:cubicBezTo>
                  <a:pt x="379" y="298"/>
                  <a:pt x="365" y="284"/>
                  <a:pt x="365" y="265"/>
                </a:cubicBezTo>
                <a:cubicBezTo>
                  <a:pt x="365" y="247"/>
                  <a:pt x="379" y="232"/>
                  <a:pt x="398" y="232"/>
                </a:cubicBezTo>
                <a:lnTo>
                  <a:pt x="419" y="232"/>
                </a:lnTo>
                <a:cubicBezTo>
                  <a:pt x="406" y="172"/>
                  <a:pt x="359" y="125"/>
                  <a:pt x="299" y="112"/>
                </a:cubicBezTo>
                <a:lnTo>
                  <a:pt x="299" y="133"/>
                </a:lnTo>
                <a:cubicBezTo>
                  <a:pt x="299" y="151"/>
                  <a:pt x="284" y="166"/>
                  <a:pt x="265" y="166"/>
                </a:cubicBezTo>
                <a:cubicBezTo>
                  <a:pt x="247" y="166"/>
                  <a:pt x="232" y="151"/>
                  <a:pt x="232" y="133"/>
                </a:cubicBezTo>
                <a:lnTo>
                  <a:pt x="232" y="112"/>
                </a:lnTo>
                <a:cubicBezTo>
                  <a:pt x="171" y="125"/>
                  <a:pt x="124" y="172"/>
                  <a:pt x="111" y="232"/>
                </a:cubicBezTo>
                <a:lnTo>
                  <a:pt x="132" y="232"/>
                </a:lnTo>
                <a:cubicBezTo>
                  <a:pt x="151" y="232"/>
                  <a:pt x="165" y="247"/>
                  <a:pt x="165" y="265"/>
                </a:cubicBezTo>
                <a:cubicBezTo>
                  <a:pt x="165" y="284"/>
                  <a:pt x="151" y="298"/>
                  <a:pt x="132" y="298"/>
                </a:cubicBezTo>
                <a:lnTo>
                  <a:pt x="111" y="298"/>
                </a:lnTo>
                <a:moveTo>
                  <a:pt x="265" y="232"/>
                </a:moveTo>
                <a:cubicBezTo>
                  <a:pt x="275" y="232"/>
                  <a:pt x="282" y="235"/>
                  <a:pt x="289" y="242"/>
                </a:cubicBezTo>
                <a:cubicBezTo>
                  <a:pt x="295" y="248"/>
                  <a:pt x="299" y="256"/>
                  <a:pt x="299" y="265"/>
                </a:cubicBezTo>
                <a:cubicBezTo>
                  <a:pt x="299" y="274"/>
                  <a:pt x="295" y="282"/>
                  <a:pt x="289" y="289"/>
                </a:cubicBezTo>
                <a:cubicBezTo>
                  <a:pt x="282" y="295"/>
                  <a:pt x="275" y="298"/>
                  <a:pt x="265" y="298"/>
                </a:cubicBezTo>
                <a:cubicBezTo>
                  <a:pt x="256" y="298"/>
                  <a:pt x="249" y="295"/>
                  <a:pt x="242" y="289"/>
                </a:cubicBezTo>
                <a:cubicBezTo>
                  <a:pt x="236" y="282"/>
                  <a:pt x="232" y="274"/>
                  <a:pt x="232" y="265"/>
                </a:cubicBezTo>
                <a:cubicBezTo>
                  <a:pt x="232" y="256"/>
                  <a:pt x="236" y="248"/>
                  <a:pt x="242" y="242"/>
                </a:cubicBezTo>
                <a:cubicBezTo>
                  <a:pt x="249" y="235"/>
                  <a:pt x="256" y="232"/>
                  <a:pt x="265" y="232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66680" y="461520"/>
            <a:ext cx="1785600" cy="53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36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1. </a:t>
            </a:r>
            <a:r>
              <a:rPr lang="zh-CN" sz="36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项目</a:t>
            </a:r>
            <a:r>
              <a:rPr lang="zh-CN" sz="36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概述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8" name="任意多边形 47"/>
          <p:cNvSpPr/>
          <p:nvPr/>
        </p:nvSpPr>
        <p:spPr>
          <a:xfrm>
            <a:off x="456840" y="298116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58"/>
                </a:moveTo>
                <a:lnTo>
                  <a:pt x="0" y="212"/>
                </a:lnTo>
                <a:cubicBezTo>
                  <a:pt x="0" y="198"/>
                  <a:pt x="2" y="184"/>
                  <a:pt x="5" y="170"/>
                </a:cubicBezTo>
                <a:cubicBezTo>
                  <a:pt x="7" y="157"/>
                  <a:pt x="11" y="143"/>
                  <a:pt x="17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2"/>
                  <a:pt x="53" y="72"/>
                  <a:pt x="62" y="62"/>
                </a:cubicBezTo>
                <a:cubicBezTo>
                  <a:pt x="72" y="52"/>
                  <a:pt x="83" y="43"/>
                  <a:pt x="95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5" y="1"/>
                  <a:pt x="198" y="0"/>
                  <a:pt x="212" y="0"/>
                </a:cubicBezTo>
                <a:lnTo>
                  <a:pt x="1060" y="0"/>
                </a:lnTo>
                <a:cubicBezTo>
                  <a:pt x="1074" y="0"/>
                  <a:pt x="1087" y="1"/>
                  <a:pt x="1101" y="4"/>
                </a:cubicBezTo>
                <a:cubicBezTo>
                  <a:pt x="1115" y="7"/>
                  <a:pt x="1128" y="11"/>
                  <a:pt x="1141" y="16"/>
                </a:cubicBezTo>
                <a:cubicBezTo>
                  <a:pt x="1154" y="21"/>
                  <a:pt x="1166" y="28"/>
                  <a:pt x="1177" y="36"/>
                </a:cubicBezTo>
                <a:cubicBezTo>
                  <a:pt x="1189" y="43"/>
                  <a:pt x="1200" y="52"/>
                  <a:pt x="1210" y="62"/>
                </a:cubicBezTo>
                <a:cubicBezTo>
                  <a:pt x="1219" y="72"/>
                  <a:pt x="1228" y="82"/>
                  <a:pt x="1236" y="94"/>
                </a:cubicBezTo>
                <a:cubicBezTo>
                  <a:pt x="1244" y="106"/>
                  <a:pt x="1250" y="118"/>
                  <a:pt x="1255" y="131"/>
                </a:cubicBezTo>
                <a:cubicBezTo>
                  <a:pt x="1261" y="143"/>
                  <a:pt x="1265" y="157"/>
                  <a:pt x="1267" y="170"/>
                </a:cubicBezTo>
                <a:cubicBezTo>
                  <a:pt x="1270" y="184"/>
                  <a:pt x="1271" y="198"/>
                  <a:pt x="1271" y="212"/>
                </a:cubicBezTo>
                <a:lnTo>
                  <a:pt x="1271" y="1058"/>
                </a:lnTo>
                <a:cubicBezTo>
                  <a:pt x="1271" y="1072"/>
                  <a:pt x="1270" y="1086"/>
                  <a:pt x="1267" y="1100"/>
                </a:cubicBezTo>
                <a:cubicBezTo>
                  <a:pt x="1265" y="1113"/>
                  <a:pt x="1261" y="1126"/>
                  <a:pt x="1255" y="1139"/>
                </a:cubicBezTo>
                <a:cubicBezTo>
                  <a:pt x="1250" y="1152"/>
                  <a:pt x="1244" y="1164"/>
                  <a:pt x="1236" y="1176"/>
                </a:cubicBezTo>
                <a:cubicBezTo>
                  <a:pt x="1228" y="1187"/>
                  <a:pt x="1219" y="1198"/>
                  <a:pt x="1210" y="1208"/>
                </a:cubicBezTo>
                <a:cubicBezTo>
                  <a:pt x="1200" y="1218"/>
                  <a:pt x="1189" y="1227"/>
                  <a:pt x="1177" y="1234"/>
                </a:cubicBezTo>
                <a:cubicBezTo>
                  <a:pt x="1166" y="1243"/>
                  <a:pt x="1154" y="1250"/>
                  <a:pt x="1141" y="1255"/>
                </a:cubicBezTo>
                <a:cubicBezTo>
                  <a:pt x="1128" y="1260"/>
                  <a:pt x="1115" y="1264"/>
                  <a:pt x="1101" y="1267"/>
                </a:cubicBezTo>
                <a:cubicBezTo>
                  <a:pt x="1087" y="1270"/>
                  <a:pt x="1074" y="1271"/>
                  <a:pt x="1060" y="1271"/>
                </a:cubicBezTo>
                <a:lnTo>
                  <a:pt x="212" y="1271"/>
                </a:lnTo>
                <a:cubicBezTo>
                  <a:pt x="198" y="1271"/>
                  <a:pt x="185" y="1270"/>
                  <a:pt x="171" y="1267"/>
                </a:cubicBezTo>
                <a:cubicBezTo>
                  <a:pt x="157" y="1264"/>
                  <a:pt x="144" y="1260"/>
                  <a:pt x="131" y="1255"/>
                </a:cubicBezTo>
                <a:cubicBezTo>
                  <a:pt x="118" y="1250"/>
                  <a:pt x="106" y="1243"/>
                  <a:pt x="95" y="1234"/>
                </a:cubicBezTo>
                <a:cubicBezTo>
                  <a:pt x="83" y="1227"/>
                  <a:pt x="72" y="1218"/>
                  <a:pt x="62" y="1208"/>
                </a:cubicBezTo>
                <a:cubicBezTo>
                  <a:pt x="53" y="1198"/>
                  <a:pt x="44" y="1187"/>
                  <a:pt x="36" y="1176"/>
                </a:cubicBezTo>
                <a:cubicBezTo>
                  <a:pt x="28" y="1164"/>
                  <a:pt x="22" y="1152"/>
                  <a:pt x="17" y="1139"/>
                </a:cubicBezTo>
                <a:cubicBezTo>
                  <a:pt x="11" y="1126"/>
                  <a:pt x="7" y="1113"/>
                  <a:pt x="5" y="1100"/>
                </a:cubicBezTo>
                <a:cubicBezTo>
                  <a:pt x="2" y="1086"/>
                  <a:pt x="0" y="1072"/>
                  <a:pt x="0" y="1058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49" name="任意多边形 48"/>
          <p:cNvSpPr/>
          <p:nvPr/>
        </p:nvSpPr>
        <p:spPr>
          <a:xfrm>
            <a:off x="590400" y="3114360"/>
            <a:ext cx="190800" cy="191160"/>
          </a:xfrm>
          <a:custGeom>
            <a:avLst/>
            <a:gdLst/>
            <a:ahLst/>
            <a:cxnLst/>
            <a:rect l="0" t="0" r="r" b="b"/>
            <a:pathLst>
              <a:path w="530" h="531">
                <a:moveTo>
                  <a:pt x="464" y="266"/>
                </a:moveTo>
                <a:cubicBezTo>
                  <a:pt x="464" y="253"/>
                  <a:pt x="463" y="240"/>
                  <a:pt x="460" y="227"/>
                </a:cubicBezTo>
                <a:cubicBezTo>
                  <a:pt x="458" y="214"/>
                  <a:pt x="454" y="202"/>
                  <a:pt x="449" y="190"/>
                </a:cubicBezTo>
                <a:cubicBezTo>
                  <a:pt x="444" y="178"/>
                  <a:pt x="438" y="167"/>
                  <a:pt x="430" y="156"/>
                </a:cubicBezTo>
                <a:cubicBezTo>
                  <a:pt x="423" y="145"/>
                  <a:pt x="415" y="135"/>
                  <a:pt x="406" y="126"/>
                </a:cubicBezTo>
                <a:cubicBezTo>
                  <a:pt x="397" y="116"/>
                  <a:pt x="387" y="108"/>
                  <a:pt x="376" y="101"/>
                </a:cubicBezTo>
                <a:cubicBezTo>
                  <a:pt x="365" y="94"/>
                  <a:pt x="353" y="88"/>
                  <a:pt x="341" y="83"/>
                </a:cubicBezTo>
                <a:cubicBezTo>
                  <a:pt x="329" y="77"/>
                  <a:pt x="317" y="73"/>
                  <a:pt x="304" y="70"/>
                </a:cubicBezTo>
                <a:cubicBezTo>
                  <a:pt x="291" y="68"/>
                  <a:pt x="279" y="67"/>
                  <a:pt x="265" y="67"/>
                </a:cubicBezTo>
                <a:cubicBezTo>
                  <a:pt x="252" y="67"/>
                  <a:pt x="240" y="68"/>
                  <a:pt x="227" y="70"/>
                </a:cubicBezTo>
                <a:cubicBezTo>
                  <a:pt x="214" y="73"/>
                  <a:pt x="201" y="77"/>
                  <a:pt x="189" y="83"/>
                </a:cubicBezTo>
                <a:cubicBezTo>
                  <a:pt x="177" y="88"/>
                  <a:pt x="165" y="94"/>
                  <a:pt x="154" y="101"/>
                </a:cubicBezTo>
                <a:cubicBezTo>
                  <a:pt x="143" y="108"/>
                  <a:pt x="133" y="116"/>
                  <a:pt x="124" y="126"/>
                </a:cubicBezTo>
                <a:cubicBezTo>
                  <a:pt x="115" y="135"/>
                  <a:pt x="107" y="145"/>
                  <a:pt x="100" y="156"/>
                </a:cubicBezTo>
                <a:cubicBezTo>
                  <a:pt x="92" y="167"/>
                  <a:pt x="86" y="178"/>
                  <a:pt x="81" y="190"/>
                </a:cubicBezTo>
                <a:cubicBezTo>
                  <a:pt x="76" y="202"/>
                  <a:pt x="72" y="214"/>
                  <a:pt x="70" y="227"/>
                </a:cubicBezTo>
                <a:cubicBezTo>
                  <a:pt x="67" y="240"/>
                  <a:pt x="66" y="253"/>
                  <a:pt x="66" y="266"/>
                </a:cubicBezTo>
                <a:cubicBezTo>
                  <a:pt x="66" y="279"/>
                  <a:pt x="67" y="292"/>
                  <a:pt x="70" y="305"/>
                </a:cubicBezTo>
                <a:cubicBezTo>
                  <a:pt x="72" y="317"/>
                  <a:pt x="76" y="330"/>
                  <a:pt x="81" y="342"/>
                </a:cubicBezTo>
                <a:cubicBezTo>
                  <a:pt x="86" y="354"/>
                  <a:pt x="92" y="365"/>
                  <a:pt x="100" y="376"/>
                </a:cubicBezTo>
                <a:cubicBezTo>
                  <a:pt x="107" y="387"/>
                  <a:pt x="115" y="397"/>
                  <a:pt x="124" y="406"/>
                </a:cubicBezTo>
                <a:cubicBezTo>
                  <a:pt x="133" y="415"/>
                  <a:pt x="143" y="424"/>
                  <a:pt x="154" y="431"/>
                </a:cubicBezTo>
                <a:cubicBezTo>
                  <a:pt x="165" y="438"/>
                  <a:pt x="177" y="444"/>
                  <a:pt x="189" y="449"/>
                </a:cubicBezTo>
                <a:cubicBezTo>
                  <a:pt x="201" y="454"/>
                  <a:pt x="214" y="458"/>
                  <a:pt x="227" y="461"/>
                </a:cubicBezTo>
                <a:cubicBezTo>
                  <a:pt x="240" y="463"/>
                  <a:pt x="252" y="464"/>
                  <a:pt x="265" y="464"/>
                </a:cubicBezTo>
                <a:cubicBezTo>
                  <a:pt x="279" y="464"/>
                  <a:pt x="291" y="463"/>
                  <a:pt x="304" y="461"/>
                </a:cubicBezTo>
                <a:cubicBezTo>
                  <a:pt x="317" y="458"/>
                  <a:pt x="329" y="454"/>
                  <a:pt x="341" y="449"/>
                </a:cubicBezTo>
                <a:cubicBezTo>
                  <a:pt x="353" y="444"/>
                  <a:pt x="365" y="438"/>
                  <a:pt x="376" y="431"/>
                </a:cubicBezTo>
                <a:cubicBezTo>
                  <a:pt x="387" y="424"/>
                  <a:pt x="397" y="415"/>
                  <a:pt x="406" y="406"/>
                </a:cubicBezTo>
                <a:cubicBezTo>
                  <a:pt x="415" y="397"/>
                  <a:pt x="423" y="387"/>
                  <a:pt x="430" y="376"/>
                </a:cubicBezTo>
                <a:cubicBezTo>
                  <a:pt x="438" y="365"/>
                  <a:pt x="444" y="354"/>
                  <a:pt x="449" y="342"/>
                </a:cubicBezTo>
                <a:cubicBezTo>
                  <a:pt x="454" y="330"/>
                  <a:pt x="458" y="317"/>
                  <a:pt x="460" y="305"/>
                </a:cubicBezTo>
                <a:cubicBezTo>
                  <a:pt x="463" y="292"/>
                  <a:pt x="464" y="279"/>
                  <a:pt x="464" y="266"/>
                </a:cubicBezTo>
                <a:moveTo>
                  <a:pt x="0" y="266"/>
                </a:moveTo>
                <a:cubicBezTo>
                  <a:pt x="0" y="249"/>
                  <a:pt x="2" y="231"/>
                  <a:pt x="5" y="214"/>
                </a:cubicBezTo>
                <a:cubicBezTo>
                  <a:pt x="8" y="197"/>
                  <a:pt x="13" y="181"/>
                  <a:pt x="20" y="165"/>
                </a:cubicBezTo>
                <a:cubicBezTo>
                  <a:pt x="27" y="149"/>
                  <a:pt x="35" y="133"/>
                  <a:pt x="45" y="119"/>
                </a:cubicBezTo>
                <a:cubicBezTo>
                  <a:pt x="54" y="105"/>
                  <a:pt x="65" y="91"/>
                  <a:pt x="77" y="79"/>
                </a:cubicBezTo>
                <a:cubicBezTo>
                  <a:pt x="90" y="66"/>
                  <a:pt x="103" y="55"/>
                  <a:pt x="118" y="45"/>
                </a:cubicBezTo>
                <a:cubicBezTo>
                  <a:pt x="132" y="35"/>
                  <a:pt x="147" y="27"/>
                  <a:pt x="163" y="21"/>
                </a:cubicBezTo>
                <a:cubicBezTo>
                  <a:pt x="179" y="14"/>
                  <a:pt x="196" y="9"/>
                  <a:pt x="214" y="5"/>
                </a:cubicBezTo>
                <a:cubicBezTo>
                  <a:pt x="231" y="2"/>
                  <a:pt x="248" y="0"/>
                  <a:pt x="265" y="0"/>
                </a:cubicBezTo>
                <a:cubicBezTo>
                  <a:pt x="283" y="0"/>
                  <a:pt x="300" y="2"/>
                  <a:pt x="317" y="5"/>
                </a:cubicBezTo>
                <a:cubicBezTo>
                  <a:pt x="334" y="9"/>
                  <a:pt x="351" y="14"/>
                  <a:pt x="367" y="21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9"/>
                </a:cubicBezTo>
                <a:cubicBezTo>
                  <a:pt x="465" y="91"/>
                  <a:pt x="476" y="105"/>
                  <a:pt x="485" y="119"/>
                </a:cubicBezTo>
                <a:cubicBezTo>
                  <a:pt x="495" y="133"/>
                  <a:pt x="503" y="149"/>
                  <a:pt x="510" y="165"/>
                </a:cubicBezTo>
                <a:cubicBezTo>
                  <a:pt x="517" y="181"/>
                  <a:pt x="522" y="197"/>
                  <a:pt x="525" y="214"/>
                </a:cubicBezTo>
                <a:cubicBezTo>
                  <a:pt x="528" y="231"/>
                  <a:pt x="530" y="249"/>
                  <a:pt x="530" y="266"/>
                </a:cubicBezTo>
                <a:cubicBezTo>
                  <a:pt x="530" y="283"/>
                  <a:pt x="528" y="301"/>
                  <a:pt x="525" y="318"/>
                </a:cubicBezTo>
                <a:cubicBezTo>
                  <a:pt x="522" y="335"/>
                  <a:pt x="517" y="351"/>
                  <a:pt x="510" y="367"/>
                </a:cubicBezTo>
                <a:cubicBezTo>
                  <a:pt x="503" y="383"/>
                  <a:pt x="495" y="399"/>
                  <a:pt x="485" y="413"/>
                </a:cubicBezTo>
                <a:cubicBezTo>
                  <a:pt x="476" y="427"/>
                  <a:pt x="465" y="441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7" y="510"/>
                </a:cubicBezTo>
                <a:cubicBezTo>
                  <a:pt x="351" y="517"/>
                  <a:pt x="334" y="522"/>
                  <a:pt x="317" y="525"/>
                </a:cubicBezTo>
                <a:cubicBezTo>
                  <a:pt x="300" y="529"/>
                  <a:pt x="283" y="531"/>
                  <a:pt x="265" y="531"/>
                </a:cubicBezTo>
                <a:cubicBezTo>
                  <a:pt x="248" y="531"/>
                  <a:pt x="231" y="529"/>
                  <a:pt x="214" y="525"/>
                </a:cubicBezTo>
                <a:cubicBezTo>
                  <a:pt x="196" y="522"/>
                  <a:pt x="179" y="517"/>
                  <a:pt x="163" y="510"/>
                </a:cubicBezTo>
                <a:cubicBezTo>
                  <a:pt x="147" y="504"/>
                  <a:pt x="132" y="496"/>
                  <a:pt x="118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1"/>
                  <a:pt x="54" y="427"/>
                  <a:pt x="45" y="413"/>
                </a:cubicBezTo>
                <a:cubicBezTo>
                  <a:pt x="35" y="399"/>
                  <a:pt x="27" y="383"/>
                  <a:pt x="20" y="367"/>
                </a:cubicBezTo>
                <a:cubicBezTo>
                  <a:pt x="13" y="351"/>
                  <a:pt x="8" y="335"/>
                  <a:pt x="5" y="318"/>
                </a:cubicBezTo>
                <a:cubicBezTo>
                  <a:pt x="2" y="301"/>
                  <a:pt x="0" y="283"/>
                  <a:pt x="0" y="266"/>
                </a:cubicBezTo>
                <a:moveTo>
                  <a:pt x="265" y="349"/>
                </a:moveTo>
                <a:cubicBezTo>
                  <a:pt x="276" y="349"/>
                  <a:pt x="287" y="347"/>
                  <a:pt x="297" y="342"/>
                </a:cubicBezTo>
                <a:cubicBezTo>
                  <a:pt x="307" y="338"/>
                  <a:pt x="316" y="332"/>
                  <a:pt x="324" y="324"/>
                </a:cubicBezTo>
                <a:cubicBezTo>
                  <a:pt x="332" y="317"/>
                  <a:pt x="338" y="308"/>
                  <a:pt x="342" y="298"/>
                </a:cubicBezTo>
                <a:cubicBezTo>
                  <a:pt x="346" y="287"/>
                  <a:pt x="348" y="277"/>
                  <a:pt x="348" y="266"/>
                </a:cubicBezTo>
                <a:cubicBezTo>
                  <a:pt x="348" y="255"/>
                  <a:pt x="346" y="244"/>
                  <a:pt x="342" y="234"/>
                </a:cubicBezTo>
                <a:cubicBezTo>
                  <a:pt x="338" y="224"/>
                  <a:pt x="332" y="215"/>
                  <a:pt x="324" y="207"/>
                </a:cubicBezTo>
                <a:cubicBezTo>
                  <a:pt x="316" y="200"/>
                  <a:pt x="307" y="194"/>
                  <a:pt x="297" y="190"/>
                </a:cubicBezTo>
                <a:cubicBezTo>
                  <a:pt x="287" y="185"/>
                  <a:pt x="276" y="183"/>
                  <a:pt x="265" y="183"/>
                </a:cubicBezTo>
                <a:cubicBezTo>
                  <a:pt x="255" y="183"/>
                  <a:pt x="244" y="185"/>
                  <a:pt x="234" y="190"/>
                </a:cubicBezTo>
                <a:cubicBezTo>
                  <a:pt x="224" y="194"/>
                  <a:pt x="215" y="200"/>
                  <a:pt x="206" y="207"/>
                </a:cubicBezTo>
                <a:cubicBezTo>
                  <a:pt x="198" y="215"/>
                  <a:pt x="192" y="224"/>
                  <a:pt x="188" y="234"/>
                </a:cubicBezTo>
                <a:cubicBezTo>
                  <a:pt x="184" y="244"/>
                  <a:pt x="182" y="255"/>
                  <a:pt x="182" y="266"/>
                </a:cubicBezTo>
                <a:cubicBezTo>
                  <a:pt x="182" y="277"/>
                  <a:pt x="184" y="287"/>
                  <a:pt x="188" y="298"/>
                </a:cubicBezTo>
                <a:cubicBezTo>
                  <a:pt x="192" y="308"/>
                  <a:pt x="198" y="317"/>
                  <a:pt x="206" y="324"/>
                </a:cubicBezTo>
                <a:cubicBezTo>
                  <a:pt x="215" y="332"/>
                  <a:pt x="224" y="338"/>
                  <a:pt x="234" y="342"/>
                </a:cubicBezTo>
                <a:cubicBezTo>
                  <a:pt x="244" y="347"/>
                  <a:pt x="255" y="349"/>
                  <a:pt x="265" y="349"/>
                </a:cubicBezTo>
                <a:moveTo>
                  <a:pt x="265" y="117"/>
                </a:moveTo>
                <a:cubicBezTo>
                  <a:pt x="275" y="117"/>
                  <a:pt x="285" y="118"/>
                  <a:pt x="295" y="120"/>
                </a:cubicBezTo>
                <a:cubicBezTo>
                  <a:pt x="304" y="122"/>
                  <a:pt x="313" y="125"/>
                  <a:pt x="322" y="128"/>
                </a:cubicBezTo>
                <a:cubicBezTo>
                  <a:pt x="331" y="132"/>
                  <a:pt x="340" y="137"/>
                  <a:pt x="348" y="142"/>
                </a:cubicBezTo>
                <a:cubicBezTo>
                  <a:pt x="356" y="148"/>
                  <a:pt x="364" y="154"/>
                  <a:pt x="371" y="161"/>
                </a:cubicBezTo>
                <a:cubicBezTo>
                  <a:pt x="378" y="168"/>
                  <a:pt x="384" y="175"/>
                  <a:pt x="389" y="183"/>
                </a:cubicBezTo>
                <a:cubicBezTo>
                  <a:pt x="395" y="191"/>
                  <a:pt x="399" y="200"/>
                  <a:pt x="403" y="209"/>
                </a:cubicBezTo>
                <a:cubicBezTo>
                  <a:pt x="407" y="218"/>
                  <a:pt x="410" y="227"/>
                  <a:pt x="411" y="237"/>
                </a:cubicBezTo>
                <a:cubicBezTo>
                  <a:pt x="413" y="247"/>
                  <a:pt x="414" y="256"/>
                  <a:pt x="414" y="266"/>
                </a:cubicBezTo>
                <a:cubicBezTo>
                  <a:pt x="414" y="276"/>
                  <a:pt x="413" y="285"/>
                  <a:pt x="411" y="295"/>
                </a:cubicBezTo>
                <a:cubicBezTo>
                  <a:pt x="410" y="305"/>
                  <a:pt x="407" y="314"/>
                  <a:pt x="403" y="323"/>
                </a:cubicBezTo>
                <a:cubicBezTo>
                  <a:pt x="399" y="332"/>
                  <a:pt x="395" y="341"/>
                  <a:pt x="389" y="349"/>
                </a:cubicBezTo>
                <a:cubicBezTo>
                  <a:pt x="384" y="357"/>
                  <a:pt x="378" y="364"/>
                  <a:pt x="371" y="371"/>
                </a:cubicBezTo>
                <a:cubicBezTo>
                  <a:pt x="364" y="378"/>
                  <a:pt x="356" y="384"/>
                  <a:pt x="348" y="390"/>
                </a:cubicBezTo>
                <a:cubicBezTo>
                  <a:pt x="340" y="395"/>
                  <a:pt x="331" y="400"/>
                  <a:pt x="322" y="403"/>
                </a:cubicBezTo>
                <a:cubicBezTo>
                  <a:pt x="313" y="407"/>
                  <a:pt x="304" y="410"/>
                  <a:pt x="295" y="412"/>
                </a:cubicBezTo>
                <a:cubicBezTo>
                  <a:pt x="285" y="414"/>
                  <a:pt x="275" y="415"/>
                  <a:pt x="265" y="415"/>
                </a:cubicBezTo>
                <a:cubicBezTo>
                  <a:pt x="256" y="415"/>
                  <a:pt x="246" y="414"/>
                  <a:pt x="236" y="412"/>
                </a:cubicBezTo>
                <a:cubicBezTo>
                  <a:pt x="227" y="410"/>
                  <a:pt x="218" y="407"/>
                  <a:pt x="208" y="403"/>
                </a:cubicBezTo>
                <a:cubicBezTo>
                  <a:pt x="199" y="400"/>
                  <a:pt x="190" y="395"/>
                  <a:pt x="182" y="390"/>
                </a:cubicBezTo>
                <a:cubicBezTo>
                  <a:pt x="174" y="384"/>
                  <a:pt x="166" y="378"/>
                  <a:pt x="159" y="371"/>
                </a:cubicBezTo>
                <a:cubicBezTo>
                  <a:pt x="152" y="364"/>
                  <a:pt x="146" y="357"/>
                  <a:pt x="141" y="349"/>
                </a:cubicBezTo>
                <a:cubicBezTo>
                  <a:pt x="135" y="341"/>
                  <a:pt x="131" y="332"/>
                  <a:pt x="127" y="323"/>
                </a:cubicBezTo>
                <a:cubicBezTo>
                  <a:pt x="123" y="314"/>
                  <a:pt x="120" y="305"/>
                  <a:pt x="119" y="295"/>
                </a:cubicBezTo>
                <a:cubicBezTo>
                  <a:pt x="117" y="285"/>
                  <a:pt x="116" y="276"/>
                  <a:pt x="116" y="266"/>
                </a:cubicBezTo>
                <a:cubicBezTo>
                  <a:pt x="116" y="256"/>
                  <a:pt x="117" y="247"/>
                  <a:pt x="119" y="237"/>
                </a:cubicBezTo>
                <a:cubicBezTo>
                  <a:pt x="120" y="227"/>
                  <a:pt x="123" y="218"/>
                  <a:pt x="127" y="209"/>
                </a:cubicBezTo>
                <a:cubicBezTo>
                  <a:pt x="131" y="200"/>
                  <a:pt x="135" y="191"/>
                  <a:pt x="141" y="183"/>
                </a:cubicBezTo>
                <a:cubicBezTo>
                  <a:pt x="146" y="175"/>
                  <a:pt x="152" y="168"/>
                  <a:pt x="159" y="161"/>
                </a:cubicBezTo>
                <a:cubicBezTo>
                  <a:pt x="166" y="154"/>
                  <a:pt x="174" y="148"/>
                  <a:pt x="182" y="142"/>
                </a:cubicBezTo>
                <a:cubicBezTo>
                  <a:pt x="190" y="137"/>
                  <a:pt x="199" y="132"/>
                  <a:pt x="208" y="128"/>
                </a:cubicBezTo>
                <a:cubicBezTo>
                  <a:pt x="218" y="125"/>
                  <a:pt x="227" y="122"/>
                  <a:pt x="236" y="120"/>
                </a:cubicBezTo>
                <a:cubicBezTo>
                  <a:pt x="246" y="118"/>
                  <a:pt x="256" y="117"/>
                  <a:pt x="265" y="117"/>
                </a:cubicBezTo>
                <a:moveTo>
                  <a:pt x="232" y="266"/>
                </a:moveTo>
                <a:cubicBezTo>
                  <a:pt x="232" y="257"/>
                  <a:pt x="236" y="249"/>
                  <a:pt x="242" y="243"/>
                </a:cubicBezTo>
                <a:cubicBezTo>
                  <a:pt x="249" y="236"/>
                  <a:pt x="256" y="233"/>
                  <a:pt x="265" y="233"/>
                </a:cubicBezTo>
                <a:cubicBezTo>
                  <a:pt x="275" y="233"/>
                  <a:pt x="282" y="236"/>
                  <a:pt x="289" y="243"/>
                </a:cubicBezTo>
                <a:cubicBezTo>
                  <a:pt x="295" y="249"/>
                  <a:pt x="299" y="257"/>
                  <a:pt x="299" y="266"/>
                </a:cubicBezTo>
                <a:cubicBezTo>
                  <a:pt x="299" y="275"/>
                  <a:pt x="295" y="283"/>
                  <a:pt x="289" y="289"/>
                </a:cubicBezTo>
                <a:cubicBezTo>
                  <a:pt x="282" y="296"/>
                  <a:pt x="275" y="299"/>
                  <a:pt x="265" y="299"/>
                </a:cubicBezTo>
                <a:cubicBezTo>
                  <a:pt x="256" y="299"/>
                  <a:pt x="249" y="296"/>
                  <a:pt x="242" y="289"/>
                </a:cubicBezTo>
                <a:cubicBezTo>
                  <a:pt x="236" y="283"/>
                  <a:pt x="232" y="275"/>
                  <a:pt x="232" y="266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143000" y="2254680"/>
            <a:ext cx="427482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项目定位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：轻量级</a:t>
            </a:r>
            <a:r>
              <a:rPr lang="en-US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</a:t>
            </a:r>
            <a:r>
              <a:rPr lang="zh-CN" altLang="en-US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语言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集成开发环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境</a:t>
            </a:r>
            <a:r>
              <a:rPr lang="en-US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(IDE)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1" name="任意多边形 50"/>
          <p:cNvSpPr/>
          <p:nvPr/>
        </p:nvSpPr>
        <p:spPr>
          <a:xfrm>
            <a:off x="456840" y="374328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59"/>
                </a:moveTo>
                <a:lnTo>
                  <a:pt x="0" y="211"/>
                </a:lnTo>
                <a:cubicBezTo>
                  <a:pt x="0" y="197"/>
                  <a:pt x="2" y="184"/>
                  <a:pt x="5" y="170"/>
                </a:cubicBezTo>
                <a:cubicBezTo>
                  <a:pt x="7" y="156"/>
                  <a:pt x="11" y="143"/>
                  <a:pt x="17" y="130"/>
                </a:cubicBezTo>
                <a:cubicBezTo>
                  <a:pt x="22" y="117"/>
                  <a:pt x="28" y="105"/>
                  <a:pt x="36" y="94"/>
                </a:cubicBezTo>
                <a:cubicBezTo>
                  <a:pt x="44" y="82"/>
                  <a:pt x="53" y="71"/>
                  <a:pt x="62" y="62"/>
                </a:cubicBezTo>
                <a:cubicBezTo>
                  <a:pt x="72" y="52"/>
                  <a:pt x="83" y="43"/>
                  <a:pt x="95" y="35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0"/>
                  <a:pt x="157" y="6"/>
                  <a:pt x="171" y="4"/>
                </a:cubicBezTo>
                <a:cubicBezTo>
                  <a:pt x="185" y="1"/>
                  <a:pt x="198" y="0"/>
                  <a:pt x="212" y="0"/>
                </a:cubicBezTo>
                <a:lnTo>
                  <a:pt x="1060" y="0"/>
                </a:lnTo>
                <a:cubicBezTo>
                  <a:pt x="1074" y="0"/>
                  <a:pt x="1087" y="1"/>
                  <a:pt x="1101" y="4"/>
                </a:cubicBezTo>
                <a:cubicBezTo>
                  <a:pt x="1115" y="6"/>
                  <a:pt x="1128" y="10"/>
                  <a:pt x="1141" y="16"/>
                </a:cubicBezTo>
                <a:cubicBezTo>
                  <a:pt x="1154" y="21"/>
                  <a:pt x="1166" y="28"/>
                  <a:pt x="1177" y="35"/>
                </a:cubicBezTo>
                <a:cubicBezTo>
                  <a:pt x="1189" y="43"/>
                  <a:pt x="1200" y="52"/>
                  <a:pt x="1210" y="62"/>
                </a:cubicBezTo>
                <a:cubicBezTo>
                  <a:pt x="1219" y="71"/>
                  <a:pt x="1228" y="82"/>
                  <a:pt x="1236" y="94"/>
                </a:cubicBezTo>
                <a:cubicBezTo>
                  <a:pt x="1244" y="105"/>
                  <a:pt x="1250" y="117"/>
                  <a:pt x="1255" y="130"/>
                </a:cubicBezTo>
                <a:cubicBezTo>
                  <a:pt x="1261" y="143"/>
                  <a:pt x="1265" y="156"/>
                  <a:pt x="1267" y="170"/>
                </a:cubicBezTo>
                <a:cubicBezTo>
                  <a:pt x="1270" y="184"/>
                  <a:pt x="1271" y="197"/>
                  <a:pt x="1271" y="211"/>
                </a:cubicBezTo>
                <a:lnTo>
                  <a:pt x="1271" y="1059"/>
                </a:lnTo>
                <a:cubicBezTo>
                  <a:pt x="1271" y="1073"/>
                  <a:pt x="1270" y="1087"/>
                  <a:pt x="1267" y="1100"/>
                </a:cubicBezTo>
                <a:cubicBezTo>
                  <a:pt x="1265" y="1114"/>
                  <a:pt x="1261" y="1127"/>
                  <a:pt x="1255" y="1140"/>
                </a:cubicBezTo>
                <a:cubicBezTo>
                  <a:pt x="1250" y="1153"/>
                  <a:pt x="1244" y="1165"/>
                  <a:pt x="1236" y="1177"/>
                </a:cubicBezTo>
                <a:cubicBezTo>
                  <a:pt x="1228" y="1188"/>
                  <a:pt x="1219" y="1199"/>
                  <a:pt x="1210" y="1209"/>
                </a:cubicBezTo>
                <a:cubicBezTo>
                  <a:pt x="1200" y="1218"/>
                  <a:pt x="1189" y="1227"/>
                  <a:pt x="1177" y="1235"/>
                </a:cubicBezTo>
                <a:cubicBezTo>
                  <a:pt x="1166" y="1243"/>
                  <a:pt x="1154" y="1249"/>
                  <a:pt x="1141" y="1255"/>
                </a:cubicBezTo>
                <a:cubicBezTo>
                  <a:pt x="1128" y="1260"/>
                  <a:pt x="1115" y="1264"/>
                  <a:pt x="1101" y="1267"/>
                </a:cubicBezTo>
                <a:cubicBezTo>
                  <a:pt x="1087" y="1269"/>
                  <a:pt x="1074" y="1271"/>
                  <a:pt x="1060" y="1271"/>
                </a:cubicBezTo>
                <a:lnTo>
                  <a:pt x="212" y="1271"/>
                </a:lnTo>
                <a:cubicBezTo>
                  <a:pt x="198" y="1271"/>
                  <a:pt x="185" y="1269"/>
                  <a:pt x="171" y="1267"/>
                </a:cubicBezTo>
                <a:cubicBezTo>
                  <a:pt x="157" y="1264"/>
                  <a:pt x="144" y="1260"/>
                  <a:pt x="131" y="1255"/>
                </a:cubicBezTo>
                <a:cubicBezTo>
                  <a:pt x="118" y="1249"/>
                  <a:pt x="106" y="1243"/>
                  <a:pt x="95" y="1235"/>
                </a:cubicBezTo>
                <a:cubicBezTo>
                  <a:pt x="83" y="1227"/>
                  <a:pt x="72" y="1218"/>
                  <a:pt x="62" y="1209"/>
                </a:cubicBezTo>
                <a:cubicBezTo>
                  <a:pt x="53" y="1199"/>
                  <a:pt x="44" y="1188"/>
                  <a:pt x="36" y="1177"/>
                </a:cubicBezTo>
                <a:cubicBezTo>
                  <a:pt x="28" y="1165"/>
                  <a:pt x="22" y="1153"/>
                  <a:pt x="17" y="1140"/>
                </a:cubicBezTo>
                <a:cubicBezTo>
                  <a:pt x="11" y="1127"/>
                  <a:pt x="7" y="1114"/>
                  <a:pt x="5" y="1100"/>
                </a:cubicBezTo>
                <a:cubicBezTo>
                  <a:pt x="2" y="1087"/>
                  <a:pt x="0" y="1073"/>
                  <a:pt x="0" y="1059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2" name="任意多边形 51"/>
          <p:cNvSpPr/>
          <p:nvPr/>
        </p:nvSpPr>
        <p:spPr>
          <a:xfrm>
            <a:off x="572760" y="3879360"/>
            <a:ext cx="234000" cy="186840"/>
          </a:xfrm>
          <a:custGeom>
            <a:avLst/>
            <a:gdLst/>
            <a:ahLst/>
            <a:cxnLst/>
            <a:rect l="0" t="0" r="r" b="b"/>
            <a:pathLst>
              <a:path w="650" h="519">
                <a:moveTo>
                  <a:pt x="316" y="132"/>
                </a:moveTo>
                <a:cubicBezTo>
                  <a:pt x="323" y="125"/>
                  <a:pt x="326" y="115"/>
                  <a:pt x="322" y="106"/>
                </a:cubicBezTo>
                <a:cubicBezTo>
                  <a:pt x="320" y="101"/>
                  <a:pt x="317" y="95"/>
                  <a:pt x="314" y="90"/>
                </a:cubicBezTo>
                <a:lnTo>
                  <a:pt x="311" y="84"/>
                </a:lnTo>
                <a:cubicBezTo>
                  <a:pt x="308" y="79"/>
                  <a:pt x="305" y="74"/>
                  <a:pt x="301" y="69"/>
                </a:cubicBezTo>
                <a:cubicBezTo>
                  <a:pt x="295" y="61"/>
                  <a:pt x="285" y="59"/>
                  <a:pt x="276" y="62"/>
                </a:cubicBezTo>
                <a:lnTo>
                  <a:pt x="246" y="72"/>
                </a:lnTo>
                <a:cubicBezTo>
                  <a:pt x="235" y="63"/>
                  <a:pt x="223" y="55"/>
                  <a:pt x="209" y="50"/>
                </a:cubicBezTo>
                <a:lnTo>
                  <a:pt x="203" y="20"/>
                </a:lnTo>
                <a:cubicBezTo>
                  <a:pt x="201" y="10"/>
                  <a:pt x="193" y="3"/>
                  <a:pt x="184" y="2"/>
                </a:cubicBezTo>
                <a:cubicBezTo>
                  <a:pt x="177" y="1"/>
                  <a:pt x="170" y="0"/>
                  <a:pt x="163" y="0"/>
                </a:cubicBezTo>
                <a:lnTo>
                  <a:pt x="162" y="0"/>
                </a:lnTo>
                <a:cubicBezTo>
                  <a:pt x="155" y="0"/>
                  <a:pt x="148" y="1"/>
                  <a:pt x="141" y="2"/>
                </a:cubicBezTo>
                <a:cubicBezTo>
                  <a:pt x="132" y="3"/>
                  <a:pt x="124" y="10"/>
                  <a:pt x="122" y="20"/>
                </a:cubicBezTo>
                <a:lnTo>
                  <a:pt x="116" y="50"/>
                </a:lnTo>
                <a:cubicBezTo>
                  <a:pt x="102" y="55"/>
                  <a:pt x="90" y="63"/>
                  <a:pt x="78" y="72"/>
                </a:cubicBezTo>
                <a:lnTo>
                  <a:pt x="49" y="62"/>
                </a:lnTo>
                <a:cubicBezTo>
                  <a:pt x="40" y="59"/>
                  <a:pt x="29" y="62"/>
                  <a:pt x="23" y="69"/>
                </a:cubicBezTo>
                <a:cubicBezTo>
                  <a:pt x="19" y="74"/>
                  <a:pt x="16" y="79"/>
                  <a:pt x="12" y="85"/>
                </a:cubicBezTo>
                <a:lnTo>
                  <a:pt x="9" y="90"/>
                </a:lnTo>
                <a:cubicBezTo>
                  <a:pt x="6" y="95"/>
                  <a:pt x="4" y="101"/>
                  <a:pt x="1" y="106"/>
                </a:cubicBezTo>
                <a:cubicBezTo>
                  <a:pt x="-2" y="115"/>
                  <a:pt x="1" y="125"/>
                  <a:pt x="8" y="132"/>
                </a:cubicBezTo>
                <a:lnTo>
                  <a:pt x="31" y="152"/>
                </a:lnTo>
                <a:cubicBezTo>
                  <a:pt x="30" y="159"/>
                  <a:pt x="29" y="167"/>
                  <a:pt x="29" y="174"/>
                </a:cubicBezTo>
                <a:cubicBezTo>
                  <a:pt x="29" y="181"/>
                  <a:pt x="30" y="189"/>
                  <a:pt x="31" y="196"/>
                </a:cubicBezTo>
                <a:lnTo>
                  <a:pt x="8" y="216"/>
                </a:lnTo>
                <a:cubicBezTo>
                  <a:pt x="1" y="223"/>
                  <a:pt x="-2" y="233"/>
                  <a:pt x="1" y="242"/>
                </a:cubicBezTo>
                <a:cubicBezTo>
                  <a:pt x="4" y="247"/>
                  <a:pt x="6" y="253"/>
                  <a:pt x="9" y="258"/>
                </a:cubicBezTo>
                <a:lnTo>
                  <a:pt x="12" y="263"/>
                </a:lnTo>
                <a:cubicBezTo>
                  <a:pt x="16" y="269"/>
                  <a:pt x="19" y="274"/>
                  <a:pt x="23" y="278"/>
                </a:cubicBezTo>
                <a:cubicBezTo>
                  <a:pt x="29" y="286"/>
                  <a:pt x="40" y="289"/>
                  <a:pt x="49" y="286"/>
                </a:cubicBezTo>
                <a:lnTo>
                  <a:pt x="78" y="276"/>
                </a:lnTo>
                <a:cubicBezTo>
                  <a:pt x="89" y="285"/>
                  <a:pt x="102" y="293"/>
                  <a:pt x="116" y="298"/>
                </a:cubicBezTo>
                <a:lnTo>
                  <a:pt x="122" y="328"/>
                </a:lnTo>
                <a:cubicBezTo>
                  <a:pt x="124" y="337"/>
                  <a:pt x="131" y="346"/>
                  <a:pt x="141" y="347"/>
                </a:cubicBezTo>
                <a:cubicBezTo>
                  <a:pt x="148" y="348"/>
                  <a:pt x="155" y="348"/>
                  <a:pt x="162" y="348"/>
                </a:cubicBezTo>
                <a:cubicBezTo>
                  <a:pt x="169" y="348"/>
                  <a:pt x="176" y="348"/>
                  <a:pt x="183" y="347"/>
                </a:cubicBezTo>
                <a:cubicBezTo>
                  <a:pt x="193" y="346"/>
                  <a:pt x="201" y="337"/>
                  <a:pt x="202" y="328"/>
                </a:cubicBezTo>
                <a:lnTo>
                  <a:pt x="209" y="298"/>
                </a:lnTo>
                <a:cubicBezTo>
                  <a:pt x="223" y="293"/>
                  <a:pt x="235" y="285"/>
                  <a:pt x="246" y="276"/>
                </a:cubicBezTo>
                <a:lnTo>
                  <a:pt x="275" y="286"/>
                </a:lnTo>
                <a:cubicBezTo>
                  <a:pt x="285" y="289"/>
                  <a:pt x="295" y="286"/>
                  <a:pt x="301" y="278"/>
                </a:cubicBezTo>
                <a:cubicBezTo>
                  <a:pt x="304" y="274"/>
                  <a:pt x="308" y="269"/>
                  <a:pt x="311" y="263"/>
                </a:cubicBezTo>
                <a:lnTo>
                  <a:pt x="314" y="258"/>
                </a:lnTo>
                <a:cubicBezTo>
                  <a:pt x="317" y="253"/>
                  <a:pt x="320" y="247"/>
                  <a:pt x="322" y="242"/>
                </a:cubicBezTo>
                <a:cubicBezTo>
                  <a:pt x="326" y="233"/>
                  <a:pt x="323" y="223"/>
                  <a:pt x="316" y="216"/>
                </a:cubicBezTo>
                <a:lnTo>
                  <a:pt x="293" y="195"/>
                </a:lnTo>
                <a:cubicBezTo>
                  <a:pt x="294" y="188"/>
                  <a:pt x="294" y="181"/>
                  <a:pt x="294" y="174"/>
                </a:cubicBezTo>
                <a:cubicBezTo>
                  <a:pt x="294" y="167"/>
                  <a:pt x="294" y="159"/>
                  <a:pt x="293" y="152"/>
                </a:cubicBezTo>
                <a:lnTo>
                  <a:pt x="316" y="132"/>
                </a:lnTo>
                <a:moveTo>
                  <a:pt x="113" y="174"/>
                </a:moveTo>
                <a:cubicBezTo>
                  <a:pt x="113" y="167"/>
                  <a:pt x="114" y="161"/>
                  <a:pt x="117" y="155"/>
                </a:cubicBezTo>
                <a:cubicBezTo>
                  <a:pt x="119" y="149"/>
                  <a:pt x="123" y="144"/>
                  <a:pt x="127" y="139"/>
                </a:cubicBezTo>
                <a:cubicBezTo>
                  <a:pt x="132" y="134"/>
                  <a:pt x="137" y="131"/>
                  <a:pt x="143" y="128"/>
                </a:cubicBezTo>
                <a:cubicBezTo>
                  <a:pt x="149" y="126"/>
                  <a:pt x="156" y="124"/>
                  <a:pt x="162" y="124"/>
                </a:cubicBezTo>
                <a:cubicBezTo>
                  <a:pt x="169" y="124"/>
                  <a:pt x="175" y="126"/>
                  <a:pt x="181" y="128"/>
                </a:cubicBezTo>
                <a:cubicBezTo>
                  <a:pt x="187" y="131"/>
                  <a:pt x="193" y="134"/>
                  <a:pt x="197" y="139"/>
                </a:cubicBezTo>
                <a:cubicBezTo>
                  <a:pt x="202" y="144"/>
                  <a:pt x="206" y="149"/>
                  <a:pt x="208" y="155"/>
                </a:cubicBezTo>
                <a:cubicBezTo>
                  <a:pt x="211" y="161"/>
                  <a:pt x="212" y="167"/>
                  <a:pt x="212" y="174"/>
                </a:cubicBezTo>
                <a:cubicBezTo>
                  <a:pt x="212" y="181"/>
                  <a:pt x="211" y="187"/>
                  <a:pt x="208" y="193"/>
                </a:cubicBezTo>
                <a:cubicBezTo>
                  <a:pt x="206" y="199"/>
                  <a:pt x="202" y="204"/>
                  <a:pt x="197" y="209"/>
                </a:cubicBezTo>
                <a:cubicBezTo>
                  <a:pt x="193" y="214"/>
                  <a:pt x="187" y="217"/>
                  <a:pt x="181" y="220"/>
                </a:cubicBezTo>
                <a:cubicBezTo>
                  <a:pt x="175" y="222"/>
                  <a:pt x="169" y="224"/>
                  <a:pt x="162" y="224"/>
                </a:cubicBezTo>
                <a:cubicBezTo>
                  <a:pt x="156" y="224"/>
                  <a:pt x="149" y="222"/>
                  <a:pt x="143" y="220"/>
                </a:cubicBezTo>
                <a:cubicBezTo>
                  <a:pt x="137" y="217"/>
                  <a:pt x="132" y="214"/>
                  <a:pt x="127" y="209"/>
                </a:cubicBezTo>
                <a:cubicBezTo>
                  <a:pt x="123" y="204"/>
                  <a:pt x="119" y="199"/>
                  <a:pt x="117" y="193"/>
                </a:cubicBezTo>
                <a:cubicBezTo>
                  <a:pt x="114" y="187"/>
                  <a:pt x="113" y="181"/>
                  <a:pt x="113" y="174"/>
                </a:cubicBezTo>
                <a:moveTo>
                  <a:pt x="519" y="510"/>
                </a:moveTo>
                <a:cubicBezTo>
                  <a:pt x="525" y="518"/>
                  <a:pt x="535" y="521"/>
                  <a:pt x="544" y="517"/>
                </a:cubicBezTo>
                <a:cubicBezTo>
                  <a:pt x="550" y="514"/>
                  <a:pt x="555" y="512"/>
                  <a:pt x="560" y="509"/>
                </a:cubicBezTo>
                <a:lnTo>
                  <a:pt x="566" y="506"/>
                </a:lnTo>
                <a:cubicBezTo>
                  <a:pt x="571" y="503"/>
                  <a:pt x="576" y="499"/>
                  <a:pt x="581" y="496"/>
                </a:cubicBezTo>
                <a:cubicBezTo>
                  <a:pt x="589" y="490"/>
                  <a:pt x="592" y="479"/>
                  <a:pt x="588" y="470"/>
                </a:cubicBezTo>
                <a:lnTo>
                  <a:pt x="579" y="441"/>
                </a:lnTo>
                <a:cubicBezTo>
                  <a:pt x="588" y="430"/>
                  <a:pt x="595" y="417"/>
                  <a:pt x="600" y="403"/>
                </a:cubicBezTo>
                <a:lnTo>
                  <a:pt x="631" y="397"/>
                </a:lnTo>
                <a:cubicBezTo>
                  <a:pt x="640" y="395"/>
                  <a:pt x="648" y="388"/>
                  <a:pt x="649" y="378"/>
                </a:cubicBezTo>
                <a:cubicBezTo>
                  <a:pt x="650" y="371"/>
                  <a:pt x="650" y="364"/>
                  <a:pt x="650" y="357"/>
                </a:cubicBezTo>
                <a:cubicBezTo>
                  <a:pt x="650" y="350"/>
                  <a:pt x="650" y="343"/>
                  <a:pt x="649" y="335"/>
                </a:cubicBezTo>
                <a:cubicBezTo>
                  <a:pt x="648" y="325"/>
                  <a:pt x="640" y="318"/>
                  <a:pt x="631" y="316"/>
                </a:cubicBezTo>
                <a:lnTo>
                  <a:pt x="600" y="309"/>
                </a:lnTo>
                <a:cubicBezTo>
                  <a:pt x="595" y="296"/>
                  <a:pt x="588" y="283"/>
                  <a:pt x="579" y="272"/>
                </a:cubicBezTo>
                <a:lnTo>
                  <a:pt x="588" y="243"/>
                </a:lnTo>
                <a:cubicBezTo>
                  <a:pt x="592" y="233"/>
                  <a:pt x="589" y="223"/>
                  <a:pt x="581" y="217"/>
                </a:cubicBezTo>
                <a:cubicBezTo>
                  <a:pt x="576" y="214"/>
                  <a:pt x="571" y="210"/>
                  <a:pt x="566" y="207"/>
                </a:cubicBezTo>
                <a:lnTo>
                  <a:pt x="561" y="204"/>
                </a:lnTo>
                <a:cubicBezTo>
                  <a:pt x="555" y="201"/>
                  <a:pt x="550" y="198"/>
                  <a:pt x="544" y="196"/>
                </a:cubicBezTo>
                <a:cubicBezTo>
                  <a:pt x="535" y="192"/>
                  <a:pt x="525" y="195"/>
                  <a:pt x="519" y="202"/>
                </a:cubicBezTo>
                <a:lnTo>
                  <a:pt x="498" y="225"/>
                </a:lnTo>
                <a:cubicBezTo>
                  <a:pt x="491" y="224"/>
                  <a:pt x="484" y="224"/>
                  <a:pt x="477" y="224"/>
                </a:cubicBezTo>
                <a:cubicBezTo>
                  <a:pt x="469" y="224"/>
                  <a:pt x="462" y="224"/>
                  <a:pt x="455" y="225"/>
                </a:cubicBezTo>
                <a:lnTo>
                  <a:pt x="434" y="202"/>
                </a:lnTo>
                <a:cubicBezTo>
                  <a:pt x="428" y="195"/>
                  <a:pt x="418" y="192"/>
                  <a:pt x="409" y="196"/>
                </a:cubicBezTo>
                <a:cubicBezTo>
                  <a:pt x="403" y="198"/>
                  <a:pt x="398" y="201"/>
                  <a:pt x="393" y="204"/>
                </a:cubicBezTo>
                <a:lnTo>
                  <a:pt x="387" y="207"/>
                </a:lnTo>
                <a:cubicBezTo>
                  <a:pt x="382" y="210"/>
                  <a:pt x="377" y="214"/>
                  <a:pt x="372" y="217"/>
                </a:cubicBezTo>
                <a:cubicBezTo>
                  <a:pt x="364" y="223"/>
                  <a:pt x="362" y="233"/>
                  <a:pt x="365" y="243"/>
                </a:cubicBezTo>
                <a:lnTo>
                  <a:pt x="374" y="272"/>
                </a:lnTo>
                <a:cubicBezTo>
                  <a:pt x="365" y="283"/>
                  <a:pt x="358" y="296"/>
                  <a:pt x="353" y="309"/>
                </a:cubicBezTo>
                <a:lnTo>
                  <a:pt x="323" y="316"/>
                </a:lnTo>
                <a:cubicBezTo>
                  <a:pt x="313" y="317"/>
                  <a:pt x="305" y="325"/>
                  <a:pt x="304" y="335"/>
                </a:cubicBezTo>
                <a:cubicBezTo>
                  <a:pt x="303" y="343"/>
                  <a:pt x="303" y="350"/>
                  <a:pt x="303" y="357"/>
                </a:cubicBezTo>
                <a:cubicBezTo>
                  <a:pt x="303" y="364"/>
                  <a:pt x="303" y="371"/>
                  <a:pt x="304" y="378"/>
                </a:cubicBezTo>
                <a:cubicBezTo>
                  <a:pt x="305" y="388"/>
                  <a:pt x="313" y="395"/>
                  <a:pt x="323" y="397"/>
                </a:cubicBezTo>
                <a:lnTo>
                  <a:pt x="353" y="403"/>
                </a:lnTo>
                <a:cubicBezTo>
                  <a:pt x="358" y="417"/>
                  <a:pt x="365" y="430"/>
                  <a:pt x="374" y="441"/>
                </a:cubicBezTo>
                <a:lnTo>
                  <a:pt x="365" y="470"/>
                </a:lnTo>
                <a:cubicBezTo>
                  <a:pt x="362" y="479"/>
                  <a:pt x="364" y="489"/>
                  <a:pt x="372" y="495"/>
                </a:cubicBezTo>
                <a:cubicBezTo>
                  <a:pt x="377" y="499"/>
                  <a:pt x="382" y="502"/>
                  <a:pt x="387" y="505"/>
                </a:cubicBezTo>
                <a:lnTo>
                  <a:pt x="393" y="509"/>
                </a:lnTo>
                <a:cubicBezTo>
                  <a:pt x="398" y="512"/>
                  <a:pt x="403" y="514"/>
                  <a:pt x="409" y="517"/>
                </a:cubicBezTo>
                <a:cubicBezTo>
                  <a:pt x="418" y="520"/>
                  <a:pt x="428" y="517"/>
                  <a:pt x="435" y="510"/>
                </a:cubicBezTo>
                <a:lnTo>
                  <a:pt x="455" y="487"/>
                </a:lnTo>
                <a:cubicBezTo>
                  <a:pt x="462" y="488"/>
                  <a:pt x="469" y="489"/>
                  <a:pt x="477" y="489"/>
                </a:cubicBezTo>
                <a:cubicBezTo>
                  <a:pt x="484" y="489"/>
                  <a:pt x="491" y="488"/>
                  <a:pt x="498" y="487"/>
                </a:cubicBezTo>
                <a:lnTo>
                  <a:pt x="519" y="510"/>
                </a:lnTo>
                <a:moveTo>
                  <a:pt x="477" y="306"/>
                </a:moveTo>
                <a:cubicBezTo>
                  <a:pt x="483" y="306"/>
                  <a:pt x="489" y="307"/>
                  <a:pt x="496" y="310"/>
                </a:cubicBezTo>
                <a:cubicBezTo>
                  <a:pt x="502" y="313"/>
                  <a:pt x="507" y="316"/>
                  <a:pt x="512" y="321"/>
                </a:cubicBezTo>
                <a:cubicBezTo>
                  <a:pt x="516" y="325"/>
                  <a:pt x="520" y="331"/>
                  <a:pt x="522" y="337"/>
                </a:cubicBezTo>
                <a:cubicBezTo>
                  <a:pt x="525" y="344"/>
                  <a:pt x="526" y="350"/>
                  <a:pt x="526" y="357"/>
                </a:cubicBezTo>
                <a:cubicBezTo>
                  <a:pt x="526" y="363"/>
                  <a:pt x="525" y="370"/>
                  <a:pt x="522" y="376"/>
                </a:cubicBezTo>
                <a:cubicBezTo>
                  <a:pt x="520" y="382"/>
                  <a:pt x="516" y="387"/>
                  <a:pt x="512" y="392"/>
                </a:cubicBezTo>
                <a:cubicBezTo>
                  <a:pt x="507" y="397"/>
                  <a:pt x="502" y="400"/>
                  <a:pt x="496" y="403"/>
                </a:cubicBezTo>
                <a:cubicBezTo>
                  <a:pt x="489" y="405"/>
                  <a:pt x="483" y="406"/>
                  <a:pt x="477" y="406"/>
                </a:cubicBezTo>
                <a:cubicBezTo>
                  <a:pt x="470" y="406"/>
                  <a:pt x="464" y="405"/>
                  <a:pt x="458" y="403"/>
                </a:cubicBezTo>
                <a:cubicBezTo>
                  <a:pt x="451" y="400"/>
                  <a:pt x="446" y="397"/>
                  <a:pt x="441" y="392"/>
                </a:cubicBezTo>
                <a:cubicBezTo>
                  <a:pt x="437" y="387"/>
                  <a:pt x="433" y="382"/>
                  <a:pt x="431" y="376"/>
                </a:cubicBezTo>
                <a:cubicBezTo>
                  <a:pt x="428" y="370"/>
                  <a:pt x="427" y="363"/>
                  <a:pt x="427" y="357"/>
                </a:cubicBezTo>
                <a:cubicBezTo>
                  <a:pt x="427" y="350"/>
                  <a:pt x="428" y="344"/>
                  <a:pt x="431" y="337"/>
                </a:cubicBezTo>
                <a:cubicBezTo>
                  <a:pt x="433" y="331"/>
                  <a:pt x="437" y="325"/>
                  <a:pt x="441" y="321"/>
                </a:cubicBezTo>
                <a:cubicBezTo>
                  <a:pt x="446" y="316"/>
                  <a:pt x="451" y="313"/>
                  <a:pt x="458" y="310"/>
                </a:cubicBezTo>
                <a:cubicBezTo>
                  <a:pt x="464" y="307"/>
                  <a:pt x="470" y="306"/>
                  <a:pt x="477" y="306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143000" y="3016800"/>
            <a:ext cx="2734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核</a:t>
            </a:r>
            <a:r>
              <a:rPr lang="zh-CN" sz="18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心目标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提供简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洁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高效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的</a:t>
            </a:r>
            <a:r>
              <a:rPr lang="en-US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语言开发体验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4" name="任意多边形 53"/>
          <p:cNvSpPr/>
          <p:nvPr/>
        </p:nvSpPr>
        <p:spPr>
          <a:xfrm>
            <a:off x="456840" y="45050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60"/>
                </a:moveTo>
                <a:lnTo>
                  <a:pt x="0" y="212"/>
                </a:lnTo>
                <a:cubicBezTo>
                  <a:pt x="0" y="198"/>
                  <a:pt x="2" y="184"/>
                  <a:pt x="5" y="171"/>
                </a:cubicBezTo>
                <a:cubicBezTo>
                  <a:pt x="7" y="157"/>
                  <a:pt x="11" y="144"/>
                  <a:pt x="17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3"/>
                  <a:pt x="53" y="72"/>
                  <a:pt x="62" y="62"/>
                </a:cubicBezTo>
                <a:cubicBezTo>
                  <a:pt x="72" y="52"/>
                  <a:pt x="83" y="44"/>
                  <a:pt x="95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5" y="2"/>
                  <a:pt x="198" y="0"/>
                  <a:pt x="212" y="0"/>
                </a:cubicBezTo>
                <a:lnTo>
                  <a:pt x="1060" y="0"/>
                </a:lnTo>
                <a:cubicBezTo>
                  <a:pt x="1074" y="0"/>
                  <a:pt x="1087" y="2"/>
                  <a:pt x="1101" y="4"/>
                </a:cubicBezTo>
                <a:cubicBezTo>
                  <a:pt x="1115" y="7"/>
                  <a:pt x="1128" y="11"/>
                  <a:pt x="1141" y="16"/>
                </a:cubicBezTo>
                <a:cubicBezTo>
                  <a:pt x="1154" y="22"/>
                  <a:pt x="1166" y="28"/>
                  <a:pt x="1177" y="36"/>
                </a:cubicBezTo>
                <a:cubicBezTo>
                  <a:pt x="1189" y="44"/>
                  <a:pt x="1200" y="52"/>
                  <a:pt x="1210" y="62"/>
                </a:cubicBezTo>
                <a:cubicBezTo>
                  <a:pt x="1219" y="72"/>
                  <a:pt x="1228" y="83"/>
                  <a:pt x="1236" y="94"/>
                </a:cubicBezTo>
                <a:cubicBezTo>
                  <a:pt x="1244" y="106"/>
                  <a:pt x="1250" y="118"/>
                  <a:pt x="1255" y="131"/>
                </a:cubicBezTo>
                <a:cubicBezTo>
                  <a:pt x="1261" y="144"/>
                  <a:pt x="1265" y="157"/>
                  <a:pt x="1267" y="171"/>
                </a:cubicBezTo>
                <a:cubicBezTo>
                  <a:pt x="1270" y="184"/>
                  <a:pt x="1271" y="198"/>
                  <a:pt x="1271" y="212"/>
                </a:cubicBezTo>
                <a:lnTo>
                  <a:pt x="1271" y="1060"/>
                </a:lnTo>
                <a:cubicBezTo>
                  <a:pt x="1271" y="1074"/>
                  <a:pt x="1270" y="1087"/>
                  <a:pt x="1267" y="1101"/>
                </a:cubicBezTo>
                <a:cubicBezTo>
                  <a:pt x="1265" y="1115"/>
                  <a:pt x="1261" y="1128"/>
                  <a:pt x="1255" y="1141"/>
                </a:cubicBezTo>
                <a:cubicBezTo>
                  <a:pt x="1250" y="1153"/>
                  <a:pt x="1244" y="1166"/>
                  <a:pt x="1236" y="1177"/>
                </a:cubicBezTo>
                <a:cubicBezTo>
                  <a:pt x="1228" y="1189"/>
                  <a:pt x="1219" y="1199"/>
                  <a:pt x="1210" y="1209"/>
                </a:cubicBezTo>
                <a:cubicBezTo>
                  <a:pt x="1200" y="1219"/>
                  <a:pt x="1189" y="1228"/>
                  <a:pt x="1177" y="1236"/>
                </a:cubicBezTo>
                <a:cubicBezTo>
                  <a:pt x="1166" y="1243"/>
                  <a:pt x="1154" y="1250"/>
                  <a:pt x="1141" y="1255"/>
                </a:cubicBezTo>
                <a:cubicBezTo>
                  <a:pt x="1128" y="1260"/>
                  <a:pt x="1115" y="1265"/>
                  <a:pt x="1101" y="1267"/>
                </a:cubicBezTo>
                <a:cubicBezTo>
                  <a:pt x="1087" y="1270"/>
                  <a:pt x="1074" y="1271"/>
                  <a:pt x="1060" y="1271"/>
                </a:cubicBezTo>
                <a:lnTo>
                  <a:pt x="212" y="1271"/>
                </a:lnTo>
                <a:cubicBezTo>
                  <a:pt x="198" y="1271"/>
                  <a:pt x="185" y="1270"/>
                  <a:pt x="171" y="1267"/>
                </a:cubicBezTo>
                <a:cubicBezTo>
                  <a:pt x="157" y="1265"/>
                  <a:pt x="144" y="1260"/>
                  <a:pt x="131" y="1255"/>
                </a:cubicBezTo>
                <a:cubicBezTo>
                  <a:pt x="118" y="1250"/>
                  <a:pt x="106" y="1243"/>
                  <a:pt x="95" y="1236"/>
                </a:cubicBezTo>
                <a:cubicBezTo>
                  <a:pt x="83" y="1228"/>
                  <a:pt x="72" y="1219"/>
                  <a:pt x="62" y="1209"/>
                </a:cubicBezTo>
                <a:cubicBezTo>
                  <a:pt x="53" y="1199"/>
                  <a:pt x="44" y="1189"/>
                  <a:pt x="36" y="1177"/>
                </a:cubicBezTo>
                <a:cubicBezTo>
                  <a:pt x="28" y="1166"/>
                  <a:pt x="22" y="1153"/>
                  <a:pt x="17" y="1141"/>
                </a:cubicBezTo>
                <a:cubicBezTo>
                  <a:pt x="11" y="1128"/>
                  <a:pt x="7" y="1115"/>
                  <a:pt x="5" y="1101"/>
                </a:cubicBezTo>
                <a:cubicBezTo>
                  <a:pt x="2" y="1087"/>
                  <a:pt x="0" y="1074"/>
                  <a:pt x="0" y="106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5" name="任意多边形 54"/>
          <p:cNvSpPr/>
          <p:nvPr/>
        </p:nvSpPr>
        <p:spPr>
          <a:xfrm>
            <a:off x="571320" y="4638600"/>
            <a:ext cx="238320" cy="190800"/>
          </a:xfrm>
          <a:custGeom>
            <a:avLst/>
            <a:gdLst/>
            <a:ahLst/>
            <a:cxnLst/>
            <a:rect l="0" t="0" r="r" b="b"/>
            <a:pathLst>
              <a:path w="662" h="530">
                <a:moveTo>
                  <a:pt x="150" y="0"/>
                </a:moveTo>
                <a:cubicBezTo>
                  <a:pt x="161" y="0"/>
                  <a:pt x="171" y="2"/>
                  <a:pt x="181" y="6"/>
                </a:cubicBezTo>
                <a:cubicBezTo>
                  <a:pt x="192" y="10"/>
                  <a:pt x="201" y="16"/>
                  <a:pt x="208" y="24"/>
                </a:cubicBezTo>
                <a:cubicBezTo>
                  <a:pt x="216" y="32"/>
                  <a:pt x="222" y="41"/>
                  <a:pt x="226" y="51"/>
                </a:cubicBezTo>
                <a:cubicBezTo>
                  <a:pt x="230" y="61"/>
                  <a:pt x="233" y="71"/>
                  <a:pt x="233" y="83"/>
                </a:cubicBezTo>
                <a:cubicBezTo>
                  <a:pt x="233" y="94"/>
                  <a:pt x="230" y="105"/>
                  <a:pt x="226" y="115"/>
                </a:cubicBezTo>
                <a:cubicBezTo>
                  <a:pt x="222" y="125"/>
                  <a:pt x="216" y="134"/>
                  <a:pt x="208" y="142"/>
                </a:cubicBezTo>
                <a:cubicBezTo>
                  <a:pt x="201" y="150"/>
                  <a:pt x="192" y="156"/>
                  <a:pt x="181" y="160"/>
                </a:cubicBezTo>
                <a:cubicBezTo>
                  <a:pt x="171" y="164"/>
                  <a:pt x="161" y="166"/>
                  <a:pt x="150" y="166"/>
                </a:cubicBezTo>
                <a:cubicBezTo>
                  <a:pt x="139" y="166"/>
                  <a:pt x="128" y="164"/>
                  <a:pt x="118" y="160"/>
                </a:cubicBezTo>
                <a:cubicBezTo>
                  <a:pt x="108" y="156"/>
                  <a:pt x="99" y="150"/>
                  <a:pt x="91" y="142"/>
                </a:cubicBezTo>
                <a:cubicBezTo>
                  <a:pt x="84" y="134"/>
                  <a:pt x="78" y="125"/>
                  <a:pt x="73" y="115"/>
                </a:cubicBezTo>
                <a:cubicBezTo>
                  <a:pt x="69" y="105"/>
                  <a:pt x="67" y="94"/>
                  <a:pt x="67" y="83"/>
                </a:cubicBezTo>
                <a:cubicBezTo>
                  <a:pt x="67" y="71"/>
                  <a:pt x="69" y="61"/>
                  <a:pt x="73" y="51"/>
                </a:cubicBezTo>
                <a:cubicBezTo>
                  <a:pt x="78" y="41"/>
                  <a:pt x="84" y="32"/>
                  <a:pt x="91" y="24"/>
                </a:cubicBezTo>
                <a:cubicBezTo>
                  <a:pt x="99" y="16"/>
                  <a:pt x="108" y="10"/>
                  <a:pt x="118" y="6"/>
                </a:cubicBezTo>
                <a:cubicBezTo>
                  <a:pt x="128" y="2"/>
                  <a:pt x="139" y="0"/>
                  <a:pt x="150" y="0"/>
                </a:cubicBezTo>
                <a:moveTo>
                  <a:pt x="530" y="0"/>
                </a:moveTo>
                <a:cubicBezTo>
                  <a:pt x="541" y="0"/>
                  <a:pt x="552" y="2"/>
                  <a:pt x="562" y="6"/>
                </a:cubicBezTo>
                <a:cubicBezTo>
                  <a:pt x="572" y="10"/>
                  <a:pt x="581" y="16"/>
                  <a:pt x="589" y="24"/>
                </a:cubicBezTo>
                <a:cubicBezTo>
                  <a:pt x="596" y="32"/>
                  <a:pt x="602" y="41"/>
                  <a:pt x="607" y="51"/>
                </a:cubicBezTo>
                <a:cubicBezTo>
                  <a:pt x="611" y="61"/>
                  <a:pt x="613" y="71"/>
                  <a:pt x="613" y="83"/>
                </a:cubicBezTo>
                <a:cubicBezTo>
                  <a:pt x="613" y="94"/>
                  <a:pt x="611" y="105"/>
                  <a:pt x="607" y="115"/>
                </a:cubicBezTo>
                <a:cubicBezTo>
                  <a:pt x="602" y="125"/>
                  <a:pt x="596" y="134"/>
                  <a:pt x="589" y="142"/>
                </a:cubicBezTo>
                <a:cubicBezTo>
                  <a:pt x="581" y="150"/>
                  <a:pt x="572" y="156"/>
                  <a:pt x="562" y="160"/>
                </a:cubicBezTo>
                <a:cubicBezTo>
                  <a:pt x="552" y="164"/>
                  <a:pt x="541" y="166"/>
                  <a:pt x="530" y="166"/>
                </a:cubicBezTo>
                <a:cubicBezTo>
                  <a:pt x="519" y="166"/>
                  <a:pt x="509" y="164"/>
                  <a:pt x="499" y="160"/>
                </a:cubicBezTo>
                <a:cubicBezTo>
                  <a:pt x="488" y="156"/>
                  <a:pt x="479" y="150"/>
                  <a:pt x="472" y="142"/>
                </a:cubicBezTo>
                <a:cubicBezTo>
                  <a:pt x="464" y="134"/>
                  <a:pt x="458" y="125"/>
                  <a:pt x="454" y="115"/>
                </a:cubicBezTo>
                <a:cubicBezTo>
                  <a:pt x="450" y="105"/>
                  <a:pt x="447" y="94"/>
                  <a:pt x="447" y="83"/>
                </a:cubicBezTo>
                <a:cubicBezTo>
                  <a:pt x="447" y="71"/>
                  <a:pt x="450" y="61"/>
                  <a:pt x="454" y="51"/>
                </a:cubicBezTo>
                <a:cubicBezTo>
                  <a:pt x="458" y="41"/>
                  <a:pt x="464" y="32"/>
                  <a:pt x="472" y="24"/>
                </a:cubicBezTo>
                <a:cubicBezTo>
                  <a:pt x="479" y="16"/>
                  <a:pt x="488" y="10"/>
                  <a:pt x="499" y="6"/>
                </a:cubicBezTo>
                <a:cubicBezTo>
                  <a:pt x="509" y="2"/>
                  <a:pt x="519" y="0"/>
                  <a:pt x="530" y="0"/>
                </a:cubicBezTo>
                <a:moveTo>
                  <a:pt x="0" y="309"/>
                </a:moveTo>
                <a:cubicBezTo>
                  <a:pt x="0" y="249"/>
                  <a:pt x="49" y="199"/>
                  <a:pt x="111" y="199"/>
                </a:cubicBezTo>
                <a:lnTo>
                  <a:pt x="155" y="199"/>
                </a:lnTo>
                <a:cubicBezTo>
                  <a:pt x="172" y="199"/>
                  <a:pt x="187" y="203"/>
                  <a:pt x="202" y="209"/>
                </a:cubicBezTo>
                <a:cubicBezTo>
                  <a:pt x="200" y="217"/>
                  <a:pt x="200" y="224"/>
                  <a:pt x="200" y="232"/>
                </a:cubicBezTo>
                <a:cubicBezTo>
                  <a:pt x="200" y="272"/>
                  <a:pt x="217" y="307"/>
                  <a:pt x="244" y="331"/>
                </a:cubicBezTo>
                <a:lnTo>
                  <a:pt x="22" y="331"/>
                </a:lnTo>
                <a:cubicBezTo>
                  <a:pt x="10" y="331"/>
                  <a:pt x="0" y="322"/>
                  <a:pt x="0" y="309"/>
                </a:cubicBezTo>
                <a:moveTo>
                  <a:pt x="420" y="331"/>
                </a:moveTo>
                <a:lnTo>
                  <a:pt x="419" y="331"/>
                </a:lnTo>
                <a:cubicBezTo>
                  <a:pt x="447" y="307"/>
                  <a:pt x="464" y="272"/>
                  <a:pt x="464" y="232"/>
                </a:cubicBezTo>
                <a:cubicBezTo>
                  <a:pt x="464" y="224"/>
                  <a:pt x="463" y="217"/>
                  <a:pt x="462" y="209"/>
                </a:cubicBezTo>
                <a:cubicBezTo>
                  <a:pt x="476" y="203"/>
                  <a:pt x="492" y="199"/>
                  <a:pt x="508" y="199"/>
                </a:cubicBezTo>
                <a:lnTo>
                  <a:pt x="552" y="199"/>
                </a:lnTo>
                <a:cubicBezTo>
                  <a:pt x="613" y="199"/>
                  <a:pt x="662" y="249"/>
                  <a:pt x="662" y="309"/>
                </a:cubicBezTo>
                <a:cubicBezTo>
                  <a:pt x="662" y="322"/>
                  <a:pt x="653" y="331"/>
                  <a:pt x="640" y="331"/>
                </a:cubicBezTo>
                <a:lnTo>
                  <a:pt x="420" y="331"/>
                </a:lnTo>
                <a:moveTo>
                  <a:pt x="233" y="232"/>
                </a:moveTo>
                <a:cubicBezTo>
                  <a:pt x="233" y="219"/>
                  <a:pt x="235" y="206"/>
                  <a:pt x="240" y="194"/>
                </a:cubicBezTo>
                <a:cubicBezTo>
                  <a:pt x="245" y="182"/>
                  <a:pt x="252" y="171"/>
                  <a:pt x="262" y="162"/>
                </a:cubicBezTo>
                <a:cubicBezTo>
                  <a:pt x="271" y="153"/>
                  <a:pt x="282" y="146"/>
                  <a:pt x="294" y="141"/>
                </a:cubicBezTo>
                <a:cubicBezTo>
                  <a:pt x="306" y="136"/>
                  <a:pt x="319" y="133"/>
                  <a:pt x="332" y="133"/>
                </a:cubicBezTo>
                <a:cubicBezTo>
                  <a:pt x="345" y="133"/>
                  <a:pt x="358" y="136"/>
                  <a:pt x="370" y="141"/>
                </a:cubicBezTo>
                <a:cubicBezTo>
                  <a:pt x="382" y="146"/>
                  <a:pt x="393" y="153"/>
                  <a:pt x="402" y="162"/>
                </a:cubicBezTo>
                <a:cubicBezTo>
                  <a:pt x="411" y="171"/>
                  <a:pt x="418" y="182"/>
                  <a:pt x="423" y="194"/>
                </a:cubicBezTo>
                <a:cubicBezTo>
                  <a:pt x="428" y="206"/>
                  <a:pt x="431" y="219"/>
                  <a:pt x="431" y="232"/>
                </a:cubicBezTo>
                <a:cubicBezTo>
                  <a:pt x="431" y="245"/>
                  <a:pt x="428" y="258"/>
                  <a:pt x="423" y="270"/>
                </a:cubicBezTo>
                <a:cubicBezTo>
                  <a:pt x="418" y="282"/>
                  <a:pt x="411" y="293"/>
                  <a:pt x="402" y="302"/>
                </a:cubicBezTo>
                <a:cubicBezTo>
                  <a:pt x="393" y="312"/>
                  <a:pt x="382" y="319"/>
                  <a:pt x="370" y="324"/>
                </a:cubicBezTo>
                <a:cubicBezTo>
                  <a:pt x="358" y="329"/>
                  <a:pt x="345" y="331"/>
                  <a:pt x="332" y="331"/>
                </a:cubicBezTo>
                <a:cubicBezTo>
                  <a:pt x="319" y="331"/>
                  <a:pt x="306" y="329"/>
                  <a:pt x="294" y="324"/>
                </a:cubicBezTo>
                <a:cubicBezTo>
                  <a:pt x="282" y="319"/>
                  <a:pt x="271" y="312"/>
                  <a:pt x="262" y="302"/>
                </a:cubicBezTo>
                <a:cubicBezTo>
                  <a:pt x="252" y="293"/>
                  <a:pt x="245" y="282"/>
                  <a:pt x="240" y="270"/>
                </a:cubicBezTo>
                <a:cubicBezTo>
                  <a:pt x="235" y="258"/>
                  <a:pt x="233" y="245"/>
                  <a:pt x="233" y="232"/>
                </a:cubicBezTo>
                <a:moveTo>
                  <a:pt x="133" y="502"/>
                </a:moveTo>
                <a:cubicBezTo>
                  <a:pt x="133" y="426"/>
                  <a:pt x="195" y="365"/>
                  <a:pt x="271" y="365"/>
                </a:cubicBezTo>
                <a:lnTo>
                  <a:pt x="392" y="365"/>
                </a:lnTo>
                <a:cubicBezTo>
                  <a:pt x="468" y="365"/>
                  <a:pt x="530" y="426"/>
                  <a:pt x="530" y="502"/>
                </a:cubicBezTo>
                <a:cubicBezTo>
                  <a:pt x="530" y="517"/>
                  <a:pt x="518" y="530"/>
                  <a:pt x="503" y="530"/>
                </a:cubicBezTo>
                <a:lnTo>
                  <a:pt x="161" y="530"/>
                </a:lnTo>
                <a:cubicBezTo>
                  <a:pt x="146" y="530"/>
                  <a:pt x="133" y="518"/>
                  <a:pt x="133" y="502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143000" y="3778920"/>
            <a:ext cx="14734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技术</a:t>
            </a:r>
            <a:r>
              <a:rPr lang="zh-CN" sz="18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栈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</a:t>
            </a:r>
            <a:r>
              <a:rPr lang="en-US" sz="18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Qt</a:t>
            </a:r>
            <a:r>
              <a:rPr lang="zh-CN" sz="18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框架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开发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7" name="任意多边形 56"/>
          <p:cNvSpPr/>
          <p:nvPr/>
        </p:nvSpPr>
        <p:spPr>
          <a:xfrm>
            <a:off x="456840" y="526716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58"/>
                </a:moveTo>
                <a:lnTo>
                  <a:pt x="0" y="212"/>
                </a:lnTo>
                <a:cubicBezTo>
                  <a:pt x="0" y="198"/>
                  <a:pt x="2" y="184"/>
                  <a:pt x="5" y="170"/>
                </a:cubicBezTo>
                <a:cubicBezTo>
                  <a:pt x="7" y="157"/>
                  <a:pt x="11" y="143"/>
                  <a:pt x="17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4" y="82"/>
                  <a:pt x="53" y="72"/>
                  <a:pt x="62" y="62"/>
                </a:cubicBezTo>
                <a:cubicBezTo>
                  <a:pt x="72" y="52"/>
                  <a:pt x="83" y="43"/>
                  <a:pt x="95" y="36"/>
                </a:cubicBezTo>
                <a:cubicBezTo>
                  <a:pt x="106" y="28"/>
                  <a:pt x="118" y="21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5" y="1"/>
                  <a:pt x="198" y="0"/>
                  <a:pt x="212" y="0"/>
                </a:cubicBezTo>
                <a:lnTo>
                  <a:pt x="1060" y="0"/>
                </a:lnTo>
                <a:cubicBezTo>
                  <a:pt x="1074" y="0"/>
                  <a:pt x="1087" y="1"/>
                  <a:pt x="1101" y="4"/>
                </a:cubicBezTo>
                <a:cubicBezTo>
                  <a:pt x="1115" y="7"/>
                  <a:pt x="1128" y="11"/>
                  <a:pt x="1141" y="16"/>
                </a:cubicBezTo>
                <a:cubicBezTo>
                  <a:pt x="1154" y="21"/>
                  <a:pt x="1166" y="28"/>
                  <a:pt x="1177" y="36"/>
                </a:cubicBezTo>
                <a:cubicBezTo>
                  <a:pt x="1189" y="43"/>
                  <a:pt x="1200" y="52"/>
                  <a:pt x="1210" y="62"/>
                </a:cubicBezTo>
                <a:cubicBezTo>
                  <a:pt x="1219" y="72"/>
                  <a:pt x="1228" y="82"/>
                  <a:pt x="1236" y="94"/>
                </a:cubicBezTo>
                <a:cubicBezTo>
                  <a:pt x="1244" y="106"/>
                  <a:pt x="1250" y="118"/>
                  <a:pt x="1255" y="131"/>
                </a:cubicBezTo>
                <a:cubicBezTo>
                  <a:pt x="1261" y="143"/>
                  <a:pt x="1265" y="157"/>
                  <a:pt x="1267" y="170"/>
                </a:cubicBezTo>
                <a:cubicBezTo>
                  <a:pt x="1270" y="184"/>
                  <a:pt x="1271" y="198"/>
                  <a:pt x="1271" y="212"/>
                </a:cubicBezTo>
                <a:lnTo>
                  <a:pt x="1271" y="1058"/>
                </a:lnTo>
                <a:cubicBezTo>
                  <a:pt x="1271" y="1072"/>
                  <a:pt x="1270" y="1086"/>
                  <a:pt x="1267" y="1100"/>
                </a:cubicBezTo>
                <a:cubicBezTo>
                  <a:pt x="1265" y="1113"/>
                  <a:pt x="1261" y="1126"/>
                  <a:pt x="1255" y="1139"/>
                </a:cubicBezTo>
                <a:cubicBezTo>
                  <a:pt x="1250" y="1152"/>
                  <a:pt x="1244" y="1164"/>
                  <a:pt x="1236" y="1176"/>
                </a:cubicBezTo>
                <a:cubicBezTo>
                  <a:pt x="1228" y="1187"/>
                  <a:pt x="1219" y="1198"/>
                  <a:pt x="1210" y="1208"/>
                </a:cubicBezTo>
                <a:cubicBezTo>
                  <a:pt x="1200" y="1218"/>
                  <a:pt x="1189" y="1227"/>
                  <a:pt x="1177" y="1235"/>
                </a:cubicBezTo>
                <a:cubicBezTo>
                  <a:pt x="1166" y="1243"/>
                  <a:pt x="1154" y="1250"/>
                  <a:pt x="1141" y="1255"/>
                </a:cubicBezTo>
                <a:cubicBezTo>
                  <a:pt x="1128" y="1260"/>
                  <a:pt x="1115" y="1264"/>
                  <a:pt x="1101" y="1267"/>
                </a:cubicBezTo>
                <a:cubicBezTo>
                  <a:pt x="1087" y="1270"/>
                  <a:pt x="1074" y="1271"/>
                  <a:pt x="1060" y="1271"/>
                </a:cubicBezTo>
                <a:lnTo>
                  <a:pt x="212" y="1271"/>
                </a:lnTo>
                <a:cubicBezTo>
                  <a:pt x="198" y="1271"/>
                  <a:pt x="185" y="1270"/>
                  <a:pt x="171" y="1267"/>
                </a:cubicBezTo>
                <a:cubicBezTo>
                  <a:pt x="157" y="1264"/>
                  <a:pt x="144" y="1260"/>
                  <a:pt x="131" y="1255"/>
                </a:cubicBezTo>
                <a:cubicBezTo>
                  <a:pt x="118" y="1250"/>
                  <a:pt x="106" y="1243"/>
                  <a:pt x="95" y="1235"/>
                </a:cubicBezTo>
                <a:cubicBezTo>
                  <a:pt x="83" y="1227"/>
                  <a:pt x="72" y="1218"/>
                  <a:pt x="62" y="1208"/>
                </a:cubicBezTo>
                <a:cubicBezTo>
                  <a:pt x="53" y="1198"/>
                  <a:pt x="44" y="1187"/>
                  <a:pt x="36" y="1176"/>
                </a:cubicBezTo>
                <a:cubicBezTo>
                  <a:pt x="28" y="1164"/>
                  <a:pt x="22" y="1152"/>
                  <a:pt x="17" y="1139"/>
                </a:cubicBezTo>
                <a:cubicBezTo>
                  <a:pt x="11" y="1126"/>
                  <a:pt x="7" y="1113"/>
                  <a:pt x="5" y="1100"/>
                </a:cubicBezTo>
                <a:cubicBezTo>
                  <a:pt x="2" y="1086"/>
                  <a:pt x="0" y="1072"/>
                  <a:pt x="0" y="1058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8" name="任意多边形 57"/>
          <p:cNvSpPr/>
          <p:nvPr/>
        </p:nvSpPr>
        <p:spPr>
          <a:xfrm>
            <a:off x="589680" y="5400360"/>
            <a:ext cx="196920" cy="191160"/>
          </a:xfrm>
          <a:custGeom>
            <a:avLst/>
            <a:gdLst/>
            <a:ahLst/>
            <a:cxnLst/>
            <a:rect l="0" t="0" r="r" b="b"/>
            <a:pathLst>
              <a:path w="547" h="531">
                <a:moveTo>
                  <a:pt x="304" y="19"/>
                </a:moveTo>
                <a:cubicBezTo>
                  <a:pt x="299" y="8"/>
                  <a:pt x="287" y="0"/>
                  <a:pt x="274" y="0"/>
                </a:cubicBezTo>
                <a:cubicBezTo>
                  <a:pt x="261" y="0"/>
                  <a:pt x="249" y="8"/>
                  <a:pt x="243" y="19"/>
                </a:cubicBezTo>
                <a:lnTo>
                  <a:pt x="177" y="157"/>
                </a:lnTo>
                <a:lnTo>
                  <a:pt x="29" y="179"/>
                </a:lnTo>
                <a:cubicBezTo>
                  <a:pt x="16" y="180"/>
                  <a:pt x="6" y="189"/>
                  <a:pt x="2" y="201"/>
                </a:cubicBezTo>
                <a:cubicBezTo>
                  <a:pt x="-2" y="213"/>
                  <a:pt x="1" y="226"/>
                  <a:pt x="10" y="235"/>
                </a:cubicBezTo>
                <a:lnTo>
                  <a:pt x="118" y="341"/>
                </a:lnTo>
                <a:lnTo>
                  <a:pt x="92" y="492"/>
                </a:lnTo>
                <a:cubicBezTo>
                  <a:pt x="90" y="504"/>
                  <a:pt x="96" y="517"/>
                  <a:pt x="106" y="524"/>
                </a:cubicBezTo>
                <a:cubicBezTo>
                  <a:pt x="116" y="532"/>
                  <a:pt x="130" y="533"/>
                  <a:pt x="141" y="527"/>
                </a:cubicBezTo>
                <a:lnTo>
                  <a:pt x="274" y="456"/>
                </a:lnTo>
                <a:lnTo>
                  <a:pt x="407" y="527"/>
                </a:lnTo>
                <a:cubicBezTo>
                  <a:pt x="418" y="533"/>
                  <a:pt x="432" y="532"/>
                  <a:pt x="442" y="524"/>
                </a:cubicBezTo>
                <a:cubicBezTo>
                  <a:pt x="452" y="517"/>
                  <a:pt x="457" y="504"/>
                  <a:pt x="455" y="492"/>
                </a:cubicBezTo>
                <a:lnTo>
                  <a:pt x="430" y="341"/>
                </a:lnTo>
                <a:lnTo>
                  <a:pt x="537" y="235"/>
                </a:lnTo>
                <a:cubicBezTo>
                  <a:pt x="546" y="226"/>
                  <a:pt x="549" y="213"/>
                  <a:pt x="546" y="201"/>
                </a:cubicBezTo>
                <a:cubicBezTo>
                  <a:pt x="542" y="189"/>
                  <a:pt x="531" y="180"/>
                  <a:pt x="519" y="179"/>
                </a:cubicBezTo>
                <a:lnTo>
                  <a:pt x="370" y="157"/>
                </a:lnTo>
                <a:lnTo>
                  <a:pt x="304" y="19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143000" y="4540680"/>
            <a:ext cx="23324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适</a:t>
            </a:r>
            <a:r>
              <a:rPr lang="zh-CN" sz="18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用场景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：初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学者入门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、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简单项目开发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143000" y="5302800"/>
            <a:ext cx="27439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关键特性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：轻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量级设计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、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功能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聚焦、操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作</a:t>
            </a:r>
            <a:r>
              <a:rPr lang="zh-CN" sz="1800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便捷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任意多边形 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2" name="任意多边形 6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3" name="图片 62"/>
          <p:cNvPicPr/>
          <p:nvPr/>
        </p:nvPicPr>
        <p:blipFill>
          <a:blip r:embed="rId1"/>
          <a:stretch>
            <a:fillRect/>
          </a:stretch>
        </p:blipFill>
        <p:spPr>
          <a:xfrm>
            <a:off x="6384170" y="-27305"/>
            <a:ext cx="6095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任意多边形 63"/>
          <p:cNvSpPr/>
          <p:nvPr/>
        </p:nvSpPr>
        <p:spPr>
          <a:xfrm>
            <a:off x="456840" y="92376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4"/>
                </a:cubicBezTo>
                <a:cubicBezTo>
                  <a:pt x="7" y="27"/>
                  <a:pt x="11" y="21"/>
                  <a:pt x="16" y="16"/>
                </a:cubicBezTo>
                <a:cubicBezTo>
                  <a:pt x="21" y="11"/>
                  <a:pt x="27" y="8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8"/>
                  <a:pt x="2098" y="11"/>
                  <a:pt x="2103" y="16"/>
                </a:cubicBezTo>
                <a:cubicBezTo>
                  <a:pt x="2108" y="21"/>
                  <a:pt x="2111" y="27"/>
                  <a:pt x="2114" y="34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1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1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5" name="任意多边形 64"/>
          <p:cNvSpPr/>
          <p:nvPr/>
        </p:nvSpPr>
        <p:spPr>
          <a:xfrm>
            <a:off x="457200" y="504720"/>
            <a:ext cx="429120" cy="343440"/>
          </a:xfrm>
          <a:custGeom>
            <a:avLst/>
            <a:gdLst/>
            <a:ahLst/>
            <a:cxnLst/>
            <a:rect l="0" t="0" r="r" b="b"/>
            <a:pathLst>
              <a:path w="1192" h="954">
                <a:moveTo>
                  <a:pt x="731" y="2"/>
                </a:moveTo>
                <a:cubicBezTo>
                  <a:pt x="700" y="-7"/>
                  <a:pt x="667" y="11"/>
                  <a:pt x="658" y="44"/>
                </a:cubicBezTo>
                <a:lnTo>
                  <a:pt x="418" y="877"/>
                </a:lnTo>
                <a:cubicBezTo>
                  <a:pt x="409" y="909"/>
                  <a:pt x="428" y="942"/>
                  <a:pt x="459" y="951"/>
                </a:cubicBezTo>
                <a:cubicBezTo>
                  <a:pt x="491" y="960"/>
                  <a:pt x="525" y="942"/>
                  <a:pt x="534" y="910"/>
                </a:cubicBezTo>
                <a:lnTo>
                  <a:pt x="772" y="77"/>
                </a:lnTo>
                <a:cubicBezTo>
                  <a:pt x="781" y="45"/>
                  <a:pt x="763" y="11"/>
                  <a:pt x="731" y="2"/>
                </a:cubicBezTo>
                <a:moveTo>
                  <a:pt x="881" y="226"/>
                </a:moveTo>
                <a:cubicBezTo>
                  <a:pt x="858" y="250"/>
                  <a:pt x="858" y="287"/>
                  <a:pt x="881" y="311"/>
                </a:cubicBezTo>
                <a:lnTo>
                  <a:pt x="1047" y="477"/>
                </a:lnTo>
                <a:lnTo>
                  <a:pt x="881" y="643"/>
                </a:lnTo>
                <a:cubicBezTo>
                  <a:pt x="858" y="667"/>
                  <a:pt x="858" y="704"/>
                  <a:pt x="881" y="728"/>
                </a:cubicBezTo>
                <a:cubicBezTo>
                  <a:pt x="904" y="751"/>
                  <a:pt x="942" y="751"/>
                  <a:pt x="965" y="728"/>
                </a:cubicBezTo>
                <a:lnTo>
                  <a:pt x="1174" y="519"/>
                </a:lnTo>
                <a:cubicBezTo>
                  <a:pt x="1197" y="496"/>
                  <a:pt x="1197" y="458"/>
                  <a:pt x="1174" y="435"/>
                </a:cubicBezTo>
                <a:lnTo>
                  <a:pt x="965" y="227"/>
                </a:lnTo>
                <a:cubicBezTo>
                  <a:pt x="942" y="203"/>
                  <a:pt x="904" y="203"/>
                  <a:pt x="881" y="227"/>
                </a:cubicBezTo>
                <a:lnTo>
                  <a:pt x="881" y="226"/>
                </a:lnTo>
                <a:moveTo>
                  <a:pt x="310" y="226"/>
                </a:moveTo>
                <a:cubicBezTo>
                  <a:pt x="286" y="203"/>
                  <a:pt x="249" y="203"/>
                  <a:pt x="225" y="226"/>
                </a:cubicBezTo>
                <a:lnTo>
                  <a:pt x="17" y="435"/>
                </a:lnTo>
                <a:cubicBezTo>
                  <a:pt x="-6" y="458"/>
                  <a:pt x="-6" y="496"/>
                  <a:pt x="17" y="519"/>
                </a:cubicBezTo>
                <a:lnTo>
                  <a:pt x="225" y="727"/>
                </a:lnTo>
                <a:cubicBezTo>
                  <a:pt x="249" y="751"/>
                  <a:pt x="286" y="751"/>
                  <a:pt x="310" y="727"/>
                </a:cubicBezTo>
                <a:cubicBezTo>
                  <a:pt x="333" y="704"/>
                  <a:pt x="333" y="666"/>
                  <a:pt x="310" y="643"/>
                </a:cubicBezTo>
                <a:lnTo>
                  <a:pt x="143" y="477"/>
                </a:lnTo>
                <a:lnTo>
                  <a:pt x="310" y="311"/>
                </a:lnTo>
                <a:cubicBezTo>
                  <a:pt x="333" y="287"/>
                  <a:pt x="333" y="250"/>
                  <a:pt x="310" y="226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000080" y="482040"/>
            <a:ext cx="38980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2.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核心功能模块</a:t>
            </a:r>
            <a:r>
              <a:rPr lang="en-US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-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多标签⻚代码编辑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7" name="任意多边形 66"/>
          <p:cNvSpPr/>
          <p:nvPr/>
        </p:nvSpPr>
        <p:spPr>
          <a:xfrm>
            <a:off x="191410" y="2061180"/>
            <a:ext cx="191160" cy="190800"/>
          </a:xfrm>
          <a:custGeom>
            <a:avLst/>
            <a:gdLst/>
            <a:ahLst/>
            <a:cxnLst/>
            <a:rect l="0" t="0" r="r" b="b"/>
            <a:pathLst>
              <a:path w="531" h="530">
                <a:moveTo>
                  <a:pt x="531" y="264"/>
                </a:moveTo>
                <a:cubicBezTo>
                  <a:pt x="531" y="265"/>
                  <a:pt x="531" y="266"/>
                  <a:pt x="531" y="267"/>
                </a:cubicBezTo>
                <a:cubicBezTo>
                  <a:pt x="530" y="305"/>
                  <a:pt x="496" y="330"/>
                  <a:pt x="458" y="330"/>
                </a:cubicBezTo>
                <a:lnTo>
                  <a:pt x="357" y="330"/>
                </a:lnTo>
                <a:cubicBezTo>
                  <a:pt x="330" y="330"/>
                  <a:pt x="307" y="353"/>
                  <a:pt x="307" y="380"/>
                </a:cubicBezTo>
                <a:cubicBezTo>
                  <a:pt x="307" y="383"/>
                  <a:pt x="308" y="387"/>
                  <a:pt x="308" y="390"/>
                </a:cubicBezTo>
                <a:cubicBezTo>
                  <a:pt x="311" y="401"/>
                  <a:pt x="315" y="411"/>
                  <a:pt x="320" y="422"/>
                </a:cubicBezTo>
                <a:cubicBezTo>
                  <a:pt x="326" y="436"/>
                  <a:pt x="332" y="450"/>
                  <a:pt x="332" y="465"/>
                </a:cubicBezTo>
                <a:cubicBezTo>
                  <a:pt x="332" y="498"/>
                  <a:pt x="310" y="528"/>
                  <a:pt x="277" y="530"/>
                </a:cubicBezTo>
                <a:cubicBezTo>
                  <a:pt x="273" y="530"/>
                  <a:pt x="270" y="530"/>
                  <a:pt x="266" y="530"/>
                </a:cubicBezTo>
                <a:cubicBezTo>
                  <a:pt x="120" y="530"/>
                  <a:pt x="0" y="410"/>
                  <a:pt x="0" y="264"/>
                </a:cubicBezTo>
                <a:cubicBezTo>
                  <a:pt x="0" y="118"/>
                  <a:pt x="120" y="0"/>
                  <a:pt x="266" y="0"/>
                </a:cubicBezTo>
                <a:cubicBezTo>
                  <a:pt x="412" y="0"/>
                  <a:pt x="531" y="118"/>
                  <a:pt x="531" y="264"/>
                </a:cubicBezTo>
                <a:moveTo>
                  <a:pt x="134" y="297"/>
                </a:moveTo>
                <a:cubicBezTo>
                  <a:pt x="134" y="288"/>
                  <a:pt x="131" y="280"/>
                  <a:pt x="124" y="274"/>
                </a:cubicBezTo>
                <a:cubicBezTo>
                  <a:pt x="118" y="267"/>
                  <a:pt x="110" y="264"/>
                  <a:pt x="101" y="264"/>
                </a:cubicBezTo>
                <a:cubicBezTo>
                  <a:pt x="92" y="264"/>
                  <a:pt x="84" y="267"/>
                  <a:pt x="77" y="274"/>
                </a:cubicBezTo>
                <a:cubicBezTo>
                  <a:pt x="71" y="280"/>
                  <a:pt x="68" y="288"/>
                  <a:pt x="68" y="297"/>
                </a:cubicBezTo>
                <a:cubicBezTo>
                  <a:pt x="68" y="306"/>
                  <a:pt x="71" y="314"/>
                  <a:pt x="77" y="321"/>
                </a:cubicBezTo>
                <a:cubicBezTo>
                  <a:pt x="84" y="327"/>
                  <a:pt x="92" y="330"/>
                  <a:pt x="101" y="330"/>
                </a:cubicBezTo>
                <a:cubicBezTo>
                  <a:pt x="110" y="330"/>
                  <a:pt x="118" y="327"/>
                  <a:pt x="124" y="321"/>
                </a:cubicBezTo>
                <a:cubicBezTo>
                  <a:pt x="131" y="314"/>
                  <a:pt x="134" y="306"/>
                  <a:pt x="134" y="297"/>
                </a:cubicBezTo>
                <a:moveTo>
                  <a:pt x="134" y="198"/>
                </a:moveTo>
                <a:cubicBezTo>
                  <a:pt x="143" y="198"/>
                  <a:pt x="151" y="195"/>
                  <a:pt x="157" y="188"/>
                </a:cubicBezTo>
                <a:cubicBezTo>
                  <a:pt x="164" y="182"/>
                  <a:pt x="167" y="174"/>
                  <a:pt x="167" y="165"/>
                </a:cubicBezTo>
                <a:cubicBezTo>
                  <a:pt x="167" y="156"/>
                  <a:pt x="164" y="148"/>
                  <a:pt x="157" y="142"/>
                </a:cubicBezTo>
                <a:cubicBezTo>
                  <a:pt x="151" y="135"/>
                  <a:pt x="143" y="132"/>
                  <a:pt x="134" y="132"/>
                </a:cubicBezTo>
                <a:cubicBezTo>
                  <a:pt x="125" y="132"/>
                  <a:pt x="117" y="135"/>
                  <a:pt x="110" y="142"/>
                </a:cubicBezTo>
                <a:cubicBezTo>
                  <a:pt x="104" y="148"/>
                  <a:pt x="101" y="156"/>
                  <a:pt x="101" y="165"/>
                </a:cubicBezTo>
                <a:cubicBezTo>
                  <a:pt x="101" y="174"/>
                  <a:pt x="104" y="182"/>
                  <a:pt x="110" y="188"/>
                </a:cubicBezTo>
                <a:cubicBezTo>
                  <a:pt x="117" y="195"/>
                  <a:pt x="125" y="198"/>
                  <a:pt x="134" y="198"/>
                </a:cubicBezTo>
                <a:moveTo>
                  <a:pt x="299" y="99"/>
                </a:moveTo>
                <a:cubicBezTo>
                  <a:pt x="299" y="90"/>
                  <a:pt x="296" y="82"/>
                  <a:pt x="289" y="75"/>
                </a:cubicBezTo>
                <a:cubicBezTo>
                  <a:pt x="283" y="69"/>
                  <a:pt x="275" y="66"/>
                  <a:pt x="266" y="66"/>
                </a:cubicBezTo>
                <a:cubicBezTo>
                  <a:pt x="257" y="66"/>
                  <a:pt x="249" y="69"/>
                  <a:pt x="243" y="75"/>
                </a:cubicBezTo>
                <a:cubicBezTo>
                  <a:pt x="236" y="82"/>
                  <a:pt x="233" y="90"/>
                  <a:pt x="233" y="99"/>
                </a:cubicBezTo>
                <a:cubicBezTo>
                  <a:pt x="233" y="108"/>
                  <a:pt x="236" y="116"/>
                  <a:pt x="243" y="122"/>
                </a:cubicBezTo>
                <a:cubicBezTo>
                  <a:pt x="249" y="129"/>
                  <a:pt x="257" y="132"/>
                  <a:pt x="266" y="132"/>
                </a:cubicBezTo>
                <a:cubicBezTo>
                  <a:pt x="275" y="132"/>
                  <a:pt x="283" y="129"/>
                  <a:pt x="289" y="122"/>
                </a:cubicBezTo>
                <a:cubicBezTo>
                  <a:pt x="296" y="116"/>
                  <a:pt x="299" y="108"/>
                  <a:pt x="299" y="99"/>
                </a:cubicBezTo>
                <a:moveTo>
                  <a:pt x="398" y="198"/>
                </a:moveTo>
                <a:cubicBezTo>
                  <a:pt x="408" y="198"/>
                  <a:pt x="415" y="195"/>
                  <a:pt x="422" y="188"/>
                </a:cubicBezTo>
                <a:cubicBezTo>
                  <a:pt x="428" y="182"/>
                  <a:pt x="431" y="174"/>
                  <a:pt x="431" y="165"/>
                </a:cubicBezTo>
                <a:cubicBezTo>
                  <a:pt x="431" y="156"/>
                  <a:pt x="428" y="148"/>
                  <a:pt x="422" y="142"/>
                </a:cubicBezTo>
                <a:cubicBezTo>
                  <a:pt x="415" y="135"/>
                  <a:pt x="408" y="132"/>
                  <a:pt x="398" y="132"/>
                </a:cubicBezTo>
                <a:cubicBezTo>
                  <a:pt x="389" y="132"/>
                  <a:pt x="381" y="135"/>
                  <a:pt x="375" y="142"/>
                </a:cubicBezTo>
                <a:cubicBezTo>
                  <a:pt x="369" y="148"/>
                  <a:pt x="365" y="156"/>
                  <a:pt x="365" y="165"/>
                </a:cubicBezTo>
                <a:cubicBezTo>
                  <a:pt x="365" y="174"/>
                  <a:pt x="369" y="182"/>
                  <a:pt x="375" y="188"/>
                </a:cubicBezTo>
                <a:cubicBezTo>
                  <a:pt x="381" y="195"/>
                  <a:pt x="389" y="198"/>
                  <a:pt x="398" y="198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551180" y="1268525"/>
            <a:ext cx="3310255" cy="307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00" b="1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核心能力：专业代码编辑环境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69" name="任意多边形 68"/>
          <p:cNvSpPr/>
          <p:nvPr/>
        </p:nvSpPr>
        <p:spPr>
          <a:xfrm>
            <a:off x="142685" y="2812575"/>
            <a:ext cx="234360" cy="186840"/>
          </a:xfrm>
          <a:custGeom>
            <a:avLst/>
            <a:gdLst/>
            <a:ahLst/>
            <a:cxnLst/>
            <a:rect l="0" t="0" r="r" b="b"/>
            <a:pathLst>
              <a:path w="651" h="519">
                <a:moveTo>
                  <a:pt x="315" y="133"/>
                </a:moveTo>
                <a:cubicBezTo>
                  <a:pt x="323" y="126"/>
                  <a:pt x="326" y="116"/>
                  <a:pt x="322" y="106"/>
                </a:cubicBezTo>
                <a:cubicBezTo>
                  <a:pt x="319" y="101"/>
                  <a:pt x="317" y="95"/>
                  <a:pt x="314" y="90"/>
                </a:cubicBezTo>
                <a:lnTo>
                  <a:pt x="311" y="84"/>
                </a:lnTo>
                <a:cubicBezTo>
                  <a:pt x="308" y="79"/>
                  <a:pt x="304" y="74"/>
                  <a:pt x="301" y="69"/>
                </a:cubicBezTo>
                <a:cubicBezTo>
                  <a:pt x="295" y="61"/>
                  <a:pt x="284" y="59"/>
                  <a:pt x="275" y="62"/>
                </a:cubicBezTo>
                <a:lnTo>
                  <a:pt x="246" y="72"/>
                </a:lnTo>
                <a:cubicBezTo>
                  <a:pt x="235" y="62"/>
                  <a:pt x="222" y="55"/>
                  <a:pt x="208" y="50"/>
                </a:cubicBezTo>
                <a:lnTo>
                  <a:pt x="202" y="20"/>
                </a:lnTo>
                <a:cubicBezTo>
                  <a:pt x="200" y="10"/>
                  <a:pt x="193" y="3"/>
                  <a:pt x="183" y="2"/>
                </a:cubicBezTo>
                <a:cubicBezTo>
                  <a:pt x="176" y="1"/>
                  <a:pt x="169" y="0"/>
                  <a:pt x="162" y="0"/>
                </a:cubicBezTo>
                <a:cubicBezTo>
                  <a:pt x="155" y="0"/>
                  <a:pt x="148" y="1"/>
                  <a:pt x="141" y="2"/>
                </a:cubicBezTo>
                <a:cubicBezTo>
                  <a:pt x="131" y="3"/>
                  <a:pt x="124" y="10"/>
                  <a:pt x="122" y="20"/>
                </a:cubicBezTo>
                <a:lnTo>
                  <a:pt x="115" y="50"/>
                </a:lnTo>
                <a:cubicBezTo>
                  <a:pt x="102" y="55"/>
                  <a:pt x="89" y="62"/>
                  <a:pt x="78" y="72"/>
                </a:cubicBezTo>
                <a:lnTo>
                  <a:pt x="49" y="62"/>
                </a:lnTo>
                <a:cubicBezTo>
                  <a:pt x="39" y="59"/>
                  <a:pt x="29" y="62"/>
                  <a:pt x="23" y="69"/>
                </a:cubicBezTo>
                <a:cubicBezTo>
                  <a:pt x="20" y="74"/>
                  <a:pt x="16" y="79"/>
                  <a:pt x="13" y="85"/>
                </a:cubicBezTo>
                <a:lnTo>
                  <a:pt x="10" y="90"/>
                </a:lnTo>
                <a:cubicBezTo>
                  <a:pt x="7" y="95"/>
                  <a:pt x="4" y="101"/>
                  <a:pt x="2" y="106"/>
                </a:cubicBezTo>
                <a:cubicBezTo>
                  <a:pt x="-2" y="116"/>
                  <a:pt x="1" y="126"/>
                  <a:pt x="8" y="133"/>
                </a:cubicBezTo>
                <a:lnTo>
                  <a:pt x="31" y="153"/>
                </a:lnTo>
                <a:cubicBezTo>
                  <a:pt x="30" y="160"/>
                  <a:pt x="30" y="168"/>
                  <a:pt x="30" y="175"/>
                </a:cubicBezTo>
                <a:cubicBezTo>
                  <a:pt x="30" y="182"/>
                  <a:pt x="30" y="189"/>
                  <a:pt x="31" y="197"/>
                </a:cubicBezTo>
                <a:lnTo>
                  <a:pt x="8" y="217"/>
                </a:lnTo>
                <a:cubicBezTo>
                  <a:pt x="1" y="223"/>
                  <a:pt x="-2" y="234"/>
                  <a:pt x="2" y="243"/>
                </a:cubicBezTo>
                <a:cubicBezTo>
                  <a:pt x="4" y="248"/>
                  <a:pt x="7" y="254"/>
                  <a:pt x="10" y="259"/>
                </a:cubicBezTo>
                <a:lnTo>
                  <a:pt x="13" y="264"/>
                </a:lnTo>
                <a:cubicBezTo>
                  <a:pt x="16" y="270"/>
                  <a:pt x="19" y="275"/>
                  <a:pt x="23" y="279"/>
                </a:cubicBezTo>
                <a:cubicBezTo>
                  <a:pt x="29" y="287"/>
                  <a:pt x="39" y="290"/>
                  <a:pt x="49" y="287"/>
                </a:cubicBezTo>
                <a:lnTo>
                  <a:pt x="78" y="277"/>
                </a:lnTo>
                <a:cubicBezTo>
                  <a:pt x="89" y="286"/>
                  <a:pt x="102" y="294"/>
                  <a:pt x="115" y="299"/>
                </a:cubicBezTo>
                <a:lnTo>
                  <a:pt x="122" y="329"/>
                </a:lnTo>
                <a:cubicBezTo>
                  <a:pt x="124" y="338"/>
                  <a:pt x="131" y="346"/>
                  <a:pt x="141" y="347"/>
                </a:cubicBezTo>
                <a:cubicBezTo>
                  <a:pt x="148" y="348"/>
                  <a:pt x="155" y="348"/>
                  <a:pt x="162" y="348"/>
                </a:cubicBezTo>
                <a:cubicBezTo>
                  <a:pt x="169" y="348"/>
                  <a:pt x="176" y="348"/>
                  <a:pt x="183" y="347"/>
                </a:cubicBezTo>
                <a:cubicBezTo>
                  <a:pt x="193" y="346"/>
                  <a:pt x="200" y="338"/>
                  <a:pt x="202" y="329"/>
                </a:cubicBezTo>
                <a:lnTo>
                  <a:pt x="208" y="299"/>
                </a:lnTo>
                <a:cubicBezTo>
                  <a:pt x="222" y="294"/>
                  <a:pt x="235" y="286"/>
                  <a:pt x="246" y="277"/>
                </a:cubicBezTo>
                <a:lnTo>
                  <a:pt x="275" y="287"/>
                </a:lnTo>
                <a:cubicBezTo>
                  <a:pt x="284" y="290"/>
                  <a:pt x="294" y="287"/>
                  <a:pt x="300" y="279"/>
                </a:cubicBezTo>
                <a:cubicBezTo>
                  <a:pt x="304" y="275"/>
                  <a:pt x="307" y="270"/>
                  <a:pt x="310" y="264"/>
                </a:cubicBezTo>
                <a:lnTo>
                  <a:pt x="314" y="259"/>
                </a:lnTo>
                <a:cubicBezTo>
                  <a:pt x="317" y="254"/>
                  <a:pt x="319" y="248"/>
                  <a:pt x="322" y="243"/>
                </a:cubicBezTo>
                <a:cubicBezTo>
                  <a:pt x="325" y="234"/>
                  <a:pt x="322" y="223"/>
                  <a:pt x="315" y="217"/>
                </a:cubicBezTo>
                <a:lnTo>
                  <a:pt x="292" y="196"/>
                </a:lnTo>
                <a:cubicBezTo>
                  <a:pt x="293" y="189"/>
                  <a:pt x="294" y="182"/>
                  <a:pt x="294" y="175"/>
                </a:cubicBezTo>
                <a:cubicBezTo>
                  <a:pt x="294" y="167"/>
                  <a:pt x="293" y="160"/>
                  <a:pt x="292" y="153"/>
                </a:cubicBezTo>
                <a:lnTo>
                  <a:pt x="315" y="133"/>
                </a:lnTo>
                <a:moveTo>
                  <a:pt x="112" y="175"/>
                </a:moveTo>
                <a:cubicBezTo>
                  <a:pt x="112" y="168"/>
                  <a:pt x="114" y="162"/>
                  <a:pt x="116" y="156"/>
                </a:cubicBezTo>
                <a:cubicBezTo>
                  <a:pt x="119" y="150"/>
                  <a:pt x="122" y="144"/>
                  <a:pt x="127" y="140"/>
                </a:cubicBezTo>
                <a:cubicBezTo>
                  <a:pt x="131" y="135"/>
                  <a:pt x="137" y="132"/>
                  <a:pt x="143" y="129"/>
                </a:cubicBezTo>
                <a:cubicBezTo>
                  <a:pt x="149" y="127"/>
                  <a:pt x="155" y="125"/>
                  <a:pt x="162" y="125"/>
                </a:cubicBezTo>
                <a:cubicBezTo>
                  <a:pt x="168" y="125"/>
                  <a:pt x="175" y="127"/>
                  <a:pt x="181" y="129"/>
                </a:cubicBezTo>
                <a:cubicBezTo>
                  <a:pt x="187" y="132"/>
                  <a:pt x="192" y="135"/>
                  <a:pt x="197" y="140"/>
                </a:cubicBezTo>
                <a:cubicBezTo>
                  <a:pt x="202" y="144"/>
                  <a:pt x="205" y="150"/>
                  <a:pt x="208" y="156"/>
                </a:cubicBezTo>
                <a:cubicBezTo>
                  <a:pt x="210" y="162"/>
                  <a:pt x="211" y="168"/>
                  <a:pt x="211" y="175"/>
                </a:cubicBezTo>
                <a:cubicBezTo>
                  <a:pt x="211" y="181"/>
                  <a:pt x="210" y="188"/>
                  <a:pt x="208" y="194"/>
                </a:cubicBezTo>
                <a:cubicBezTo>
                  <a:pt x="205" y="200"/>
                  <a:pt x="202" y="205"/>
                  <a:pt x="197" y="210"/>
                </a:cubicBezTo>
                <a:cubicBezTo>
                  <a:pt x="192" y="215"/>
                  <a:pt x="187" y="218"/>
                  <a:pt x="181" y="221"/>
                </a:cubicBezTo>
                <a:cubicBezTo>
                  <a:pt x="175" y="223"/>
                  <a:pt x="168" y="225"/>
                  <a:pt x="162" y="225"/>
                </a:cubicBezTo>
                <a:cubicBezTo>
                  <a:pt x="155" y="225"/>
                  <a:pt x="149" y="223"/>
                  <a:pt x="143" y="221"/>
                </a:cubicBezTo>
                <a:cubicBezTo>
                  <a:pt x="137" y="218"/>
                  <a:pt x="131" y="215"/>
                  <a:pt x="127" y="210"/>
                </a:cubicBezTo>
                <a:cubicBezTo>
                  <a:pt x="122" y="205"/>
                  <a:pt x="119" y="200"/>
                  <a:pt x="116" y="194"/>
                </a:cubicBezTo>
                <a:cubicBezTo>
                  <a:pt x="114" y="188"/>
                  <a:pt x="112" y="181"/>
                  <a:pt x="112" y="175"/>
                </a:cubicBezTo>
                <a:moveTo>
                  <a:pt x="519" y="510"/>
                </a:moveTo>
                <a:cubicBezTo>
                  <a:pt x="526" y="518"/>
                  <a:pt x="536" y="521"/>
                  <a:pt x="545" y="517"/>
                </a:cubicBezTo>
                <a:cubicBezTo>
                  <a:pt x="550" y="514"/>
                  <a:pt x="556" y="512"/>
                  <a:pt x="561" y="509"/>
                </a:cubicBezTo>
                <a:lnTo>
                  <a:pt x="567" y="506"/>
                </a:lnTo>
                <a:cubicBezTo>
                  <a:pt x="572" y="503"/>
                  <a:pt x="577" y="499"/>
                  <a:pt x="582" y="496"/>
                </a:cubicBezTo>
                <a:cubicBezTo>
                  <a:pt x="590" y="490"/>
                  <a:pt x="592" y="479"/>
                  <a:pt x="589" y="470"/>
                </a:cubicBezTo>
                <a:lnTo>
                  <a:pt x="579" y="441"/>
                </a:lnTo>
                <a:cubicBezTo>
                  <a:pt x="588" y="430"/>
                  <a:pt x="596" y="417"/>
                  <a:pt x="601" y="403"/>
                </a:cubicBezTo>
                <a:lnTo>
                  <a:pt x="631" y="397"/>
                </a:lnTo>
                <a:cubicBezTo>
                  <a:pt x="641" y="395"/>
                  <a:pt x="648" y="388"/>
                  <a:pt x="649" y="378"/>
                </a:cubicBezTo>
                <a:cubicBezTo>
                  <a:pt x="650" y="371"/>
                  <a:pt x="651" y="364"/>
                  <a:pt x="651" y="357"/>
                </a:cubicBezTo>
                <a:cubicBezTo>
                  <a:pt x="651" y="350"/>
                  <a:pt x="650" y="343"/>
                  <a:pt x="649" y="336"/>
                </a:cubicBezTo>
                <a:cubicBezTo>
                  <a:pt x="648" y="326"/>
                  <a:pt x="641" y="319"/>
                  <a:pt x="631" y="317"/>
                </a:cubicBezTo>
                <a:lnTo>
                  <a:pt x="601" y="310"/>
                </a:lnTo>
                <a:cubicBezTo>
                  <a:pt x="596" y="297"/>
                  <a:pt x="588" y="284"/>
                  <a:pt x="579" y="273"/>
                </a:cubicBezTo>
                <a:lnTo>
                  <a:pt x="589" y="244"/>
                </a:lnTo>
                <a:cubicBezTo>
                  <a:pt x="592" y="234"/>
                  <a:pt x="590" y="224"/>
                  <a:pt x="582" y="218"/>
                </a:cubicBezTo>
                <a:cubicBezTo>
                  <a:pt x="577" y="215"/>
                  <a:pt x="572" y="211"/>
                  <a:pt x="567" y="208"/>
                </a:cubicBezTo>
                <a:lnTo>
                  <a:pt x="561" y="205"/>
                </a:lnTo>
                <a:cubicBezTo>
                  <a:pt x="556" y="202"/>
                  <a:pt x="551" y="199"/>
                  <a:pt x="545" y="197"/>
                </a:cubicBezTo>
                <a:cubicBezTo>
                  <a:pt x="536" y="193"/>
                  <a:pt x="526" y="196"/>
                  <a:pt x="519" y="203"/>
                </a:cubicBezTo>
                <a:lnTo>
                  <a:pt x="499" y="226"/>
                </a:lnTo>
                <a:cubicBezTo>
                  <a:pt x="492" y="225"/>
                  <a:pt x="484" y="225"/>
                  <a:pt x="477" y="225"/>
                </a:cubicBezTo>
                <a:cubicBezTo>
                  <a:pt x="470" y="225"/>
                  <a:pt x="462" y="225"/>
                  <a:pt x="455" y="226"/>
                </a:cubicBezTo>
                <a:lnTo>
                  <a:pt x="435" y="203"/>
                </a:lnTo>
                <a:cubicBezTo>
                  <a:pt x="428" y="196"/>
                  <a:pt x="418" y="193"/>
                  <a:pt x="409" y="197"/>
                </a:cubicBezTo>
                <a:cubicBezTo>
                  <a:pt x="404" y="199"/>
                  <a:pt x="398" y="202"/>
                  <a:pt x="393" y="205"/>
                </a:cubicBezTo>
                <a:lnTo>
                  <a:pt x="388" y="208"/>
                </a:lnTo>
                <a:cubicBezTo>
                  <a:pt x="382" y="211"/>
                  <a:pt x="377" y="214"/>
                  <a:pt x="373" y="218"/>
                </a:cubicBezTo>
                <a:cubicBezTo>
                  <a:pt x="365" y="224"/>
                  <a:pt x="362" y="234"/>
                  <a:pt x="365" y="244"/>
                </a:cubicBezTo>
                <a:lnTo>
                  <a:pt x="375" y="273"/>
                </a:lnTo>
                <a:cubicBezTo>
                  <a:pt x="366" y="284"/>
                  <a:pt x="358" y="297"/>
                  <a:pt x="353" y="310"/>
                </a:cubicBezTo>
                <a:lnTo>
                  <a:pt x="322" y="316"/>
                </a:lnTo>
                <a:cubicBezTo>
                  <a:pt x="313" y="318"/>
                  <a:pt x="305" y="326"/>
                  <a:pt x="304" y="336"/>
                </a:cubicBezTo>
                <a:cubicBezTo>
                  <a:pt x="303" y="343"/>
                  <a:pt x="303" y="350"/>
                  <a:pt x="303" y="357"/>
                </a:cubicBezTo>
                <a:cubicBezTo>
                  <a:pt x="303" y="364"/>
                  <a:pt x="303" y="371"/>
                  <a:pt x="304" y="378"/>
                </a:cubicBezTo>
                <a:cubicBezTo>
                  <a:pt x="305" y="387"/>
                  <a:pt x="313" y="395"/>
                  <a:pt x="322" y="397"/>
                </a:cubicBezTo>
                <a:lnTo>
                  <a:pt x="353" y="403"/>
                </a:lnTo>
                <a:cubicBezTo>
                  <a:pt x="358" y="417"/>
                  <a:pt x="366" y="430"/>
                  <a:pt x="375" y="441"/>
                </a:cubicBezTo>
                <a:lnTo>
                  <a:pt x="365" y="470"/>
                </a:lnTo>
                <a:cubicBezTo>
                  <a:pt x="362" y="479"/>
                  <a:pt x="365" y="489"/>
                  <a:pt x="373" y="495"/>
                </a:cubicBezTo>
                <a:cubicBezTo>
                  <a:pt x="377" y="499"/>
                  <a:pt x="382" y="502"/>
                  <a:pt x="388" y="505"/>
                </a:cubicBezTo>
                <a:lnTo>
                  <a:pt x="393" y="509"/>
                </a:lnTo>
                <a:cubicBezTo>
                  <a:pt x="398" y="512"/>
                  <a:pt x="404" y="514"/>
                  <a:pt x="409" y="516"/>
                </a:cubicBezTo>
                <a:cubicBezTo>
                  <a:pt x="418" y="520"/>
                  <a:pt x="428" y="517"/>
                  <a:pt x="435" y="510"/>
                </a:cubicBezTo>
                <a:lnTo>
                  <a:pt x="456" y="487"/>
                </a:lnTo>
                <a:cubicBezTo>
                  <a:pt x="463" y="488"/>
                  <a:pt x="470" y="489"/>
                  <a:pt x="477" y="489"/>
                </a:cubicBezTo>
                <a:cubicBezTo>
                  <a:pt x="484" y="489"/>
                  <a:pt x="492" y="488"/>
                  <a:pt x="499" y="487"/>
                </a:cubicBezTo>
                <a:lnTo>
                  <a:pt x="519" y="510"/>
                </a:lnTo>
                <a:moveTo>
                  <a:pt x="477" y="307"/>
                </a:moveTo>
                <a:cubicBezTo>
                  <a:pt x="484" y="307"/>
                  <a:pt x="490" y="308"/>
                  <a:pt x="496" y="311"/>
                </a:cubicBezTo>
                <a:cubicBezTo>
                  <a:pt x="502" y="313"/>
                  <a:pt x="507" y="317"/>
                  <a:pt x="512" y="322"/>
                </a:cubicBezTo>
                <a:cubicBezTo>
                  <a:pt x="517" y="326"/>
                  <a:pt x="520" y="332"/>
                  <a:pt x="523" y="338"/>
                </a:cubicBezTo>
                <a:cubicBezTo>
                  <a:pt x="525" y="344"/>
                  <a:pt x="527" y="350"/>
                  <a:pt x="527" y="357"/>
                </a:cubicBezTo>
                <a:cubicBezTo>
                  <a:pt x="527" y="363"/>
                  <a:pt x="525" y="370"/>
                  <a:pt x="523" y="376"/>
                </a:cubicBezTo>
                <a:cubicBezTo>
                  <a:pt x="520" y="382"/>
                  <a:pt x="517" y="387"/>
                  <a:pt x="512" y="392"/>
                </a:cubicBezTo>
                <a:cubicBezTo>
                  <a:pt x="507" y="397"/>
                  <a:pt x="502" y="400"/>
                  <a:pt x="496" y="403"/>
                </a:cubicBezTo>
                <a:cubicBezTo>
                  <a:pt x="490" y="405"/>
                  <a:pt x="484" y="406"/>
                  <a:pt x="477" y="406"/>
                </a:cubicBezTo>
                <a:cubicBezTo>
                  <a:pt x="470" y="406"/>
                  <a:pt x="464" y="405"/>
                  <a:pt x="458" y="403"/>
                </a:cubicBezTo>
                <a:cubicBezTo>
                  <a:pt x="452" y="400"/>
                  <a:pt x="447" y="397"/>
                  <a:pt x="442" y="392"/>
                </a:cubicBezTo>
                <a:cubicBezTo>
                  <a:pt x="437" y="387"/>
                  <a:pt x="434" y="382"/>
                  <a:pt x="431" y="376"/>
                </a:cubicBezTo>
                <a:cubicBezTo>
                  <a:pt x="429" y="370"/>
                  <a:pt x="427" y="363"/>
                  <a:pt x="427" y="357"/>
                </a:cubicBezTo>
                <a:cubicBezTo>
                  <a:pt x="427" y="350"/>
                  <a:pt x="429" y="344"/>
                  <a:pt x="431" y="338"/>
                </a:cubicBezTo>
                <a:cubicBezTo>
                  <a:pt x="434" y="332"/>
                  <a:pt x="437" y="326"/>
                  <a:pt x="442" y="322"/>
                </a:cubicBezTo>
                <a:cubicBezTo>
                  <a:pt x="447" y="317"/>
                  <a:pt x="452" y="313"/>
                  <a:pt x="458" y="311"/>
                </a:cubicBezTo>
                <a:cubicBezTo>
                  <a:pt x="464" y="308"/>
                  <a:pt x="470" y="307"/>
                  <a:pt x="477" y="307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551180" y="1963420"/>
            <a:ext cx="11087735" cy="5537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zh-CN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语法高亮：</a:t>
            </a:r>
            <a:r>
              <a:rPr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高亮显示文档中所有与当前选中文本相同的内容 - 操作方式：选中任意文本后点击该按钮 - 高亮样式：黄色背景突出显示 </a:t>
            </a:r>
            <a:endParaRPr b="1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71" name="任意多边形 70"/>
          <p:cNvSpPr/>
          <p:nvPr/>
        </p:nvSpPr>
        <p:spPr>
          <a:xfrm>
            <a:off x="153310" y="3788910"/>
            <a:ext cx="203040" cy="190800"/>
          </a:xfrm>
          <a:custGeom>
            <a:avLst/>
            <a:gdLst/>
            <a:ahLst/>
            <a:cxnLst/>
            <a:rect l="0" t="0" r="r" b="b"/>
            <a:pathLst>
              <a:path w="564" h="530">
                <a:moveTo>
                  <a:pt x="244" y="44"/>
                </a:moveTo>
                <a:lnTo>
                  <a:pt x="205" y="59"/>
                </a:lnTo>
                <a:cubicBezTo>
                  <a:pt x="202" y="60"/>
                  <a:pt x="200" y="63"/>
                  <a:pt x="200" y="66"/>
                </a:cubicBezTo>
                <a:cubicBezTo>
                  <a:pt x="200" y="69"/>
                  <a:pt x="202" y="72"/>
                  <a:pt x="205" y="73"/>
                </a:cubicBezTo>
                <a:lnTo>
                  <a:pt x="244" y="88"/>
                </a:lnTo>
                <a:lnTo>
                  <a:pt x="259" y="127"/>
                </a:lnTo>
                <a:cubicBezTo>
                  <a:pt x="260" y="130"/>
                  <a:pt x="263" y="132"/>
                  <a:pt x="266" y="132"/>
                </a:cubicBezTo>
                <a:cubicBezTo>
                  <a:pt x="269" y="132"/>
                  <a:pt x="272" y="130"/>
                  <a:pt x="274" y="127"/>
                </a:cubicBezTo>
                <a:lnTo>
                  <a:pt x="288" y="88"/>
                </a:lnTo>
                <a:lnTo>
                  <a:pt x="327" y="73"/>
                </a:lnTo>
                <a:cubicBezTo>
                  <a:pt x="330" y="72"/>
                  <a:pt x="332" y="69"/>
                  <a:pt x="332" y="66"/>
                </a:cubicBezTo>
                <a:cubicBezTo>
                  <a:pt x="332" y="63"/>
                  <a:pt x="330" y="60"/>
                  <a:pt x="327" y="59"/>
                </a:cubicBezTo>
                <a:lnTo>
                  <a:pt x="288" y="44"/>
                </a:lnTo>
                <a:lnTo>
                  <a:pt x="274" y="5"/>
                </a:lnTo>
                <a:cubicBezTo>
                  <a:pt x="272" y="2"/>
                  <a:pt x="269" y="0"/>
                  <a:pt x="266" y="0"/>
                </a:cubicBezTo>
                <a:cubicBezTo>
                  <a:pt x="263" y="0"/>
                  <a:pt x="260" y="2"/>
                  <a:pt x="259" y="5"/>
                </a:cubicBezTo>
                <a:lnTo>
                  <a:pt x="244" y="44"/>
                </a:lnTo>
                <a:moveTo>
                  <a:pt x="48" y="410"/>
                </a:moveTo>
                <a:cubicBezTo>
                  <a:pt x="29" y="429"/>
                  <a:pt x="29" y="460"/>
                  <a:pt x="48" y="480"/>
                </a:cubicBezTo>
                <a:lnTo>
                  <a:pt x="84" y="515"/>
                </a:lnTo>
                <a:cubicBezTo>
                  <a:pt x="103" y="535"/>
                  <a:pt x="135" y="535"/>
                  <a:pt x="155" y="515"/>
                </a:cubicBezTo>
                <a:lnTo>
                  <a:pt x="549" y="120"/>
                </a:lnTo>
                <a:cubicBezTo>
                  <a:pt x="568" y="101"/>
                  <a:pt x="568" y="70"/>
                  <a:pt x="549" y="50"/>
                </a:cubicBezTo>
                <a:lnTo>
                  <a:pt x="513" y="14"/>
                </a:lnTo>
                <a:cubicBezTo>
                  <a:pt x="494" y="-5"/>
                  <a:pt x="463" y="-5"/>
                  <a:pt x="443" y="14"/>
                </a:cubicBezTo>
                <a:lnTo>
                  <a:pt x="48" y="410"/>
                </a:lnTo>
                <a:moveTo>
                  <a:pt x="502" y="85"/>
                </a:moveTo>
                <a:lnTo>
                  <a:pt x="394" y="194"/>
                </a:lnTo>
                <a:lnTo>
                  <a:pt x="370" y="170"/>
                </a:lnTo>
                <a:lnTo>
                  <a:pt x="478" y="61"/>
                </a:lnTo>
                <a:lnTo>
                  <a:pt x="502" y="85"/>
                </a:lnTo>
                <a:moveTo>
                  <a:pt x="8" y="121"/>
                </a:moveTo>
                <a:cubicBezTo>
                  <a:pt x="4" y="123"/>
                  <a:pt x="0" y="127"/>
                  <a:pt x="0" y="132"/>
                </a:cubicBezTo>
                <a:cubicBezTo>
                  <a:pt x="0" y="137"/>
                  <a:pt x="4" y="142"/>
                  <a:pt x="8" y="143"/>
                </a:cubicBezTo>
                <a:lnTo>
                  <a:pt x="67" y="165"/>
                </a:lnTo>
                <a:lnTo>
                  <a:pt x="89" y="224"/>
                </a:lnTo>
                <a:cubicBezTo>
                  <a:pt x="90" y="228"/>
                  <a:pt x="95" y="231"/>
                  <a:pt x="100" y="231"/>
                </a:cubicBezTo>
                <a:cubicBezTo>
                  <a:pt x="105" y="231"/>
                  <a:pt x="109" y="228"/>
                  <a:pt x="111" y="224"/>
                </a:cubicBezTo>
                <a:lnTo>
                  <a:pt x="133" y="165"/>
                </a:lnTo>
                <a:lnTo>
                  <a:pt x="192" y="143"/>
                </a:lnTo>
                <a:cubicBezTo>
                  <a:pt x="197" y="142"/>
                  <a:pt x="200" y="137"/>
                  <a:pt x="200" y="132"/>
                </a:cubicBezTo>
                <a:cubicBezTo>
                  <a:pt x="200" y="127"/>
                  <a:pt x="197" y="123"/>
                  <a:pt x="192" y="121"/>
                </a:cubicBezTo>
                <a:lnTo>
                  <a:pt x="133" y="99"/>
                </a:lnTo>
                <a:lnTo>
                  <a:pt x="111" y="41"/>
                </a:lnTo>
                <a:cubicBezTo>
                  <a:pt x="109" y="36"/>
                  <a:pt x="105" y="33"/>
                  <a:pt x="100" y="33"/>
                </a:cubicBezTo>
                <a:cubicBezTo>
                  <a:pt x="95" y="33"/>
                  <a:pt x="90" y="36"/>
                  <a:pt x="89" y="41"/>
                </a:cubicBezTo>
                <a:lnTo>
                  <a:pt x="67" y="99"/>
                </a:lnTo>
                <a:lnTo>
                  <a:pt x="8" y="121"/>
                </a:lnTo>
                <a:moveTo>
                  <a:pt x="373" y="387"/>
                </a:moveTo>
                <a:cubicBezTo>
                  <a:pt x="368" y="388"/>
                  <a:pt x="365" y="393"/>
                  <a:pt x="365" y="398"/>
                </a:cubicBezTo>
                <a:cubicBezTo>
                  <a:pt x="365" y="403"/>
                  <a:pt x="368" y="407"/>
                  <a:pt x="373" y="409"/>
                </a:cubicBezTo>
                <a:lnTo>
                  <a:pt x="431" y="431"/>
                </a:lnTo>
                <a:lnTo>
                  <a:pt x="453" y="489"/>
                </a:lnTo>
                <a:cubicBezTo>
                  <a:pt x="455" y="494"/>
                  <a:pt x="460" y="497"/>
                  <a:pt x="465" y="497"/>
                </a:cubicBezTo>
                <a:cubicBezTo>
                  <a:pt x="469" y="497"/>
                  <a:pt x="474" y="494"/>
                  <a:pt x="476" y="489"/>
                </a:cubicBezTo>
                <a:lnTo>
                  <a:pt x="498" y="431"/>
                </a:lnTo>
                <a:lnTo>
                  <a:pt x="556" y="409"/>
                </a:lnTo>
                <a:cubicBezTo>
                  <a:pt x="561" y="407"/>
                  <a:pt x="564" y="403"/>
                  <a:pt x="564" y="398"/>
                </a:cubicBezTo>
                <a:cubicBezTo>
                  <a:pt x="564" y="393"/>
                  <a:pt x="561" y="388"/>
                  <a:pt x="556" y="387"/>
                </a:cubicBezTo>
                <a:lnTo>
                  <a:pt x="498" y="365"/>
                </a:lnTo>
                <a:lnTo>
                  <a:pt x="476" y="306"/>
                </a:lnTo>
                <a:cubicBezTo>
                  <a:pt x="474" y="302"/>
                  <a:pt x="469" y="299"/>
                  <a:pt x="465" y="299"/>
                </a:cubicBezTo>
                <a:cubicBezTo>
                  <a:pt x="460" y="299"/>
                  <a:pt x="455" y="302"/>
                  <a:pt x="453" y="306"/>
                </a:cubicBezTo>
                <a:lnTo>
                  <a:pt x="431" y="365"/>
                </a:lnTo>
                <a:lnTo>
                  <a:pt x="373" y="387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551180" y="2681605"/>
            <a:ext cx="11438255" cy="8305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zh-CN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代码辅助：</a:t>
            </a:r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自动缩进与格式调整 - 自动缩进：按下回车键时，会根据上一行的缩进自动调整当前行的缩进 - 智能括号缩进：当输入右花括号 `}` 时，会自动调整到正确的缩进级别 - 缩进计算规则：以 4 个空格为一个缩进单位，遇到左花括号 `{` 时自动增加一级缩进 - **缩进级别计算**：综合考虑空格和制表符，自动转换为统一的缩进级别 </a:t>
            </a:r>
            <a:endParaRPr lang="zh-CN" b="1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73" name="任意多边形 72"/>
          <p:cNvSpPr/>
          <p:nvPr/>
        </p:nvSpPr>
        <p:spPr>
          <a:xfrm>
            <a:off x="119195" y="5516595"/>
            <a:ext cx="142920" cy="190800"/>
          </a:xfrm>
          <a:custGeom>
            <a:avLst/>
            <a:gdLst/>
            <a:ahLst/>
            <a:cxnLst/>
            <a:rect l="0" t="0" r="r" b="b"/>
            <a:pathLst>
              <a:path w="397" h="530">
                <a:moveTo>
                  <a:pt x="329" y="46"/>
                </a:moveTo>
                <a:cubicBezTo>
                  <a:pt x="335" y="32"/>
                  <a:pt x="330" y="16"/>
                  <a:pt x="318" y="7"/>
                </a:cubicBezTo>
                <a:cubicBezTo>
                  <a:pt x="305" y="-2"/>
                  <a:pt x="288" y="-2"/>
                  <a:pt x="276" y="8"/>
                </a:cubicBezTo>
                <a:lnTo>
                  <a:pt x="11" y="241"/>
                </a:lnTo>
                <a:cubicBezTo>
                  <a:pt x="1" y="250"/>
                  <a:pt x="-3" y="265"/>
                  <a:pt x="2" y="277"/>
                </a:cubicBezTo>
                <a:cubicBezTo>
                  <a:pt x="6" y="290"/>
                  <a:pt x="19" y="299"/>
                  <a:pt x="33" y="299"/>
                </a:cubicBezTo>
                <a:lnTo>
                  <a:pt x="149" y="299"/>
                </a:lnTo>
                <a:lnTo>
                  <a:pt x="68" y="484"/>
                </a:lnTo>
                <a:cubicBezTo>
                  <a:pt x="62" y="499"/>
                  <a:pt x="67" y="515"/>
                  <a:pt x="79" y="524"/>
                </a:cubicBezTo>
                <a:cubicBezTo>
                  <a:pt x="93" y="533"/>
                  <a:pt x="110" y="532"/>
                  <a:pt x="122" y="522"/>
                </a:cubicBezTo>
                <a:lnTo>
                  <a:pt x="386" y="291"/>
                </a:lnTo>
                <a:cubicBezTo>
                  <a:pt x="397" y="282"/>
                  <a:pt x="400" y="267"/>
                  <a:pt x="395" y="254"/>
                </a:cubicBezTo>
                <a:cubicBezTo>
                  <a:pt x="391" y="241"/>
                  <a:pt x="378" y="232"/>
                  <a:pt x="364" y="232"/>
                </a:cubicBezTo>
                <a:lnTo>
                  <a:pt x="249" y="232"/>
                </a:lnTo>
                <a:lnTo>
                  <a:pt x="329" y="46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551180" y="3699510"/>
            <a:ext cx="11066145" cy="8305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zh-CN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编辑增强</a:t>
            </a:r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</a:t>
            </a:r>
            <a:r>
              <a:rPr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10.注释/取消注释 - 快捷键：`Ctrl+/` - 功能： - 对选中的多行代码添加`//`注释或移除注释 - 无选中文本时，对当前行进行注释/取消注释操作 - 智能识别：自动检测行是否已注释，避免重复添加 - 多行处理：选中多行时，会对每行单独添加/移除注释 </a:t>
            </a:r>
            <a:endParaRPr b="1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22935" y="5312410"/>
            <a:ext cx="2732405" cy="2292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r>
              <a:rPr lang="zh-CN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性能优化</a:t>
            </a:r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：最大支持</a:t>
            </a:r>
            <a:r>
              <a:rPr lang="en-US" b="1" i="0" u="none" strike="noStrike">
                <a:solidFill>
                  <a:srgbClr val="6366F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2000</a:t>
            </a:r>
            <a:r>
              <a:rPr lang="zh-CN" b="1" i="0" u="none" strike="noStrike">
                <a:solidFill>
                  <a:srgbClr val="6366F1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行代码</a:t>
            </a:r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，确保轻量高效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任意多边形 7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77" name="任意多边形 76"/>
          <p:cNvSpPr/>
          <p:nvPr/>
        </p:nvSpPr>
        <p:spPr>
          <a:xfrm>
            <a:off x="0" y="11684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78" name="图片 77"/>
          <p:cNvPicPr/>
          <p:nvPr/>
        </p:nvPicPr>
        <p:blipFill>
          <a:blip r:embed="rId1"/>
          <a:stretch>
            <a:fillRect/>
          </a:stretch>
        </p:blipFill>
        <p:spPr>
          <a:xfrm>
            <a:off x="6095880" y="188595"/>
            <a:ext cx="6095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任意多边形 78"/>
          <p:cNvSpPr/>
          <p:nvPr/>
        </p:nvSpPr>
        <p:spPr>
          <a:xfrm>
            <a:off x="456840" y="92376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4"/>
                </a:cubicBezTo>
                <a:cubicBezTo>
                  <a:pt x="7" y="27"/>
                  <a:pt x="11" y="21"/>
                  <a:pt x="16" y="16"/>
                </a:cubicBezTo>
                <a:cubicBezTo>
                  <a:pt x="21" y="11"/>
                  <a:pt x="27" y="8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8"/>
                  <a:pt x="2098" y="11"/>
                  <a:pt x="2103" y="16"/>
                </a:cubicBezTo>
                <a:cubicBezTo>
                  <a:pt x="2108" y="21"/>
                  <a:pt x="2111" y="27"/>
                  <a:pt x="2114" y="34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1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1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0" name="任意多边形 79"/>
          <p:cNvSpPr/>
          <p:nvPr/>
        </p:nvSpPr>
        <p:spPr>
          <a:xfrm>
            <a:off x="459360" y="510120"/>
            <a:ext cx="421200" cy="335160"/>
          </a:xfrm>
          <a:custGeom>
            <a:avLst/>
            <a:gdLst/>
            <a:ahLst/>
            <a:cxnLst/>
            <a:rect l="0" t="0" r="r" b="b"/>
            <a:pathLst>
              <a:path w="1170" h="931">
                <a:moveTo>
                  <a:pt x="568" y="236"/>
                </a:moveTo>
                <a:cubicBezTo>
                  <a:pt x="582" y="225"/>
                  <a:pt x="587" y="206"/>
                  <a:pt x="580" y="190"/>
                </a:cubicBezTo>
                <a:cubicBezTo>
                  <a:pt x="576" y="180"/>
                  <a:pt x="571" y="170"/>
                  <a:pt x="566" y="161"/>
                </a:cubicBezTo>
                <a:lnTo>
                  <a:pt x="560" y="151"/>
                </a:lnTo>
                <a:cubicBezTo>
                  <a:pt x="554" y="142"/>
                  <a:pt x="548" y="133"/>
                  <a:pt x="542" y="124"/>
                </a:cubicBezTo>
                <a:cubicBezTo>
                  <a:pt x="531" y="110"/>
                  <a:pt x="513" y="105"/>
                  <a:pt x="496" y="111"/>
                </a:cubicBezTo>
                <a:lnTo>
                  <a:pt x="442" y="128"/>
                </a:lnTo>
                <a:cubicBezTo>
                  <a:pt x="422" y="112"/>
                  <a:pt x="400" y="98"/>
                  <a:pt x="375" y="89"/>
                </a:cubicBezTo>
                <a:lnTo>
                  <a:pt x="364" y="35"/>
                </a:lnTo>
                <a:cubicBezTo>
                  <a:pt x="360" y="18"/>
                  <a:pt x="347" y="4"/>
                  <a:pt x="329" y="2"/>
                </a:cubicBezTo>
                <a:cubicBezTo>
                  <a:pt x="317" y="0"/>
                  <a:pt x="305" y="0"/>
                  <a:pt x="292" y="0"/>
                </a:cubicBezTo>
                <a:lnTo>
                  <a:pt x="291" y="0"/>
                </a:lnTo>
                <a:cubicBezTo>
                  <a:pt x="278" y="0"/>
                  <a:pt x="265" y="0"/>
                  <a:pt x="253" y="2"/>
                </a:cubicBezTo>
                <a:cubicBezTo>
                  <a:pt x="236" y="4"/>
                  <a:pt x="222" y="18"/>
                  <a:pt x="219" y="35"/>
                </a:cubicBezTo>
                <a:lnTo>
                  <a:pt x="207" y="89"/>
                </a:lnTo>
                <a:cubicBezTo>
                  <a:pt x="183" y="98"/>
                  <a:pt x="160" y="112"/>
                  <a:pt x="140" y="128"/>
                </a:cubicBezTo>
                <a:lnTo>
                  <a:pt x="87" y="111"/>
                </a:lnTo>
                <a:cubicBezTo>
                  <a:pt x="71" y="105"/>
                  <a:pt x="52" y="110"/>
                  <a:pt x="41" y="124"/>
                </a:cubicBezTo>
                <a:cubicBezTo>
                  <a:pt x="35" y="133"/>
                  <a:pt x="29" y="142"/>
                  <a:pt x="23" y="151"/>
                </a:cubicBezTo>
                <a:lnTo>
                  <a:pt x="17" y="161"/>
                </a:lnTo>
                <a:cubicBezTo>
                  <a:pt x="12" y="170"/>
                  <a:pt x="8" y="180"/>
                  <a:pt x="3" y="190"/>
                </a:cubicBezTo>
                <a:cubicBezTo>
                  <a:pt x="-4" y="206"/>
                  <a:pt x="2" y="225"/>
                  <a:pt x="15" y="237"/>
                </a:cubicBezTo>
                <a:lnTo>
                  <a:pt x="56" y="274"/>
                </a:lnTo>
                <a:cubicBezTo>
                  <a:pt x="54" y="286"/>
                  <a:pt x="53" y="299"/>
                  <a:pt x="53" y="312"/>
                </a:cubicBezTo>
                <a:cubicBezTo>
                  <a:pt x="53" y="325"/>
                  <a:pt x="54" y="338"/>
                  <a:pt x="56" y="351"/>
                </a:cubicBezTo>
                <a:lnTo>
                  <a:pt x="15" y="388"/>
                </a:lnTo>
                <a:cubicBezTo>
                  <a:pt x="2" y="400"/>
                  <a:pt x="-4" y="418"/>
                  <a:pt x="3" y="434"/>
                </a:cubicBezTo>
                <a:cubicBezTo>
                  <a:pt x="8" y="444"/>
                  <a:pt x="12" y="454"/>
                  <a:pt x="17" y="463"/>
                </a:cubicBezTo>
                <a:lnTo>
                  <a:pt x="23" y="473"/>
                </a:lnTo>
                <a:cubicBezTo>
                  <a:pt x="29" y="483"/>
                  <a:pt x="35" y="492"/>
                  <a:pt x="41" y="500"/>
                </a:cubicBezTo>
                <a:cubicBezTo>
                  <a:pt x="52" y="514"/>
                  <a:pt x="71" y="519"/>
                  <a:pt x="87" y="514"/>
                </a:cubicBezTo>
                <a:lnTo>
                  <a:pt x="140" y="496"/>
                </a:lnTo>
                <a:cubicBezTo>
                  <a:pt x="160" y="513"/>
                  <a:pt x="183" y="526"/>
                  <a:pt x="207" y="535"/>
                </a:cubicBezTo>
                <a:lnTo>
                  <a:pt x="219" y="589"/>
                </a:lnTo>
                <a:cubicBezTo>
                  <a:pt x="222" y="607"/>
                  <a:pt x="236" y="620"/>
                  <a:pt x="253" y="622"/>
                </a:cubicBezTo>
                <a:cubicBezTo>
                  <a:pt x="265" y="624"/>
                  <a:pt x="278" y="625"/>
                  <a:pt x="291" y="625"/>
                </a:cubicBezTo>
                <a:cubicBezTo>
                  <a:pt x="304" y="625"/>
                  <a:pt x="316" y="624"/>
                  <a:pt x="329" y="622"/>
                </a:cubicBezTo>
                <a:cubicBezTo>
                  <a:pt x="346" y="620"/>
                  <a:pt x="360" y="606"/>
                  <a:pt x="363" y="589"/>
                </a:cubicBezTo>
                <a:lnTo>
                  <a:pt x="375" y="535"/>
                </a:lnTo>
                <a:cubicBezTo>
                  <a:pt x="399" y="526"/>
                  <a:pt x="422" y="513"/>
                  <a:pt x="442" y="496"/>
                </a:cubicBezTo>
                <a:lnTo>
                  <a:pt x="495" y="514"/>
                </a:lnTo>
                <a:cubicBezTo>
                  <a:pt x="512" y="519"/>
                  <a:pt x="531" y="514"/>
                  <a:pt x="541" y="500"/>
                </a:cubicBezTo>
                <a:cubicBezTo>
                  <a:pt x="548" y="492"/>
                  <a:pt x="554" y="483"/>
                  <a:pt x="560" y="473"/>
                </a:cubicBezTo>
                <a:lnTo>
                  <a:pt x="565" y="463"/>
                </a:lnTo>
                <a:cubicBezTo>
                  <a:pt x="571" y="454"/>
                  <a:pt x="575" y="444"/>
                  <a:pt x="580" y="434"/>
                </a:cubicBezTo>
                <a:cubicBezTo>
                  <a:pt x="586" y="418"/>
                  <a:pt x="581" y="400"/>
                  <a:pt x="568" y="388"/>
                </a:cubicBezTo>
                <a:lnTo>
                  <a:pt x="527" y="351"/>
                </a:lnTo>
                <a:cubicBezTo>
                  <a:pt x="529" y="338"/>
                  <a:pt x="530" y="325"/>
                  <a:pt x="530" y="312"/>
                </a:cubicBezTo>
                <a:cubicBezTo>
                  <a:pt x="530" y="299"/>
                  <a:pt x="529" y="286"/>
                  <a:pt x="527" y="273"/>
                </a:cubicBezTo>
                <a:lnTo>
                  <a:pt x="568" y="236"/>
                </a:lnTo>
                <a:moveTo>
                  <a:pt x="202" y="312"/>
                </a:moveTo>
                <a:cubicBezTo>
                  <a:pt x="202" y="300"/>
                  <a:pt x="204" y="289"/>
                  <a:pt x="209" y="278"/>
                </a:cubicBezTo>
                <a:cubicBezTo>
                  <a:pt x="213" y="267"/>
                  <a:pt x="220" y="257"/>
                  <a:pt x="228" y="249"/>
                </a:cubicBezTo>
                <a:cubicBezTo>
                  <a:pt x="236" y="241"/>
                  <a:pt x="246" y="234"/>
                  <a:pt x="257" y="230"/>
                </a:cubicBezTo>
                <a:cubicBezTo>
                  <a:pt x="268" y="225"/>
                  <a:pt x="279" y="223"/>
                  <a:pt x="291" y="223"/>
                </a:cubicBezTo>
                <a:cubicBezTo>
                  <a:pt x="303" y="223"/>
                  <a:pt x="314" y="225"/>
                  <a:pt x="325" y="230"/>
                </a:cubicBezTo>
                <a:cubicBezTo>
                  <a:pt x="336" y="234"/>
                  <a:pt x="346" y="241"/>
                  <a:pt x="354" y="249"/>
                </a:cubicBezTo>
                <a:cubicBezTo>
                  <a:pt x="363" y="257"/>
                  <a:pt x="369" y="267"/>
                  <a:pt x="374" y="278"/>
                </a:cubicBezTo>
                <a:cubicBezTo>
                  <a:pt x="378" y="289"/>
                  <a:pt x="380" y="300"/>
                  <a:pt x="380" y="312"/>
                </a:cubicBezTo>
                <a:cubicBezTo>
                  <a:pt x="380" y="324"/>
                  <a:pt x="378" y="335"/>
                  <a:pt x="374" y="346"/>
                </a:cubicBezTo>
                <a:cubicBezTo>
                  <a:pt x="369" y="357"/>
                  <a:pt x="363" y="367"/>
                  <a:pt x="354" y="375"/>
                </a:cubicBezTo>
                <a:cubicBezTo>
                  <a:pt x="346" y="384"/>
                  <a:pt x="336" y="390"/>
                  <a:pt x="325" y="395"/>
                </a:cubicBezTo>
                <a:cubicBezTo>
                  <a:pt x="314" y="399"/>
                  <a:pt x="303" y="402"/>
                  <a:pt x="291" y="402"/>
                </a:cubicBezTo>
                <a:cubicBezTo>
                  <a:pt x="279" y="402"/>
                  <a:pt x="268" y="399"/>
                  <a:pt x="257" y="395"/>
                </a:cubicBezTo>
                <a:cubicBezTo>
                  <a:pt x="246" y="390"/>
                  <a:pt x="236" y="384"/>
                  <a:pt x="228" y="375"/>
                </a:cubicBezTo>
                <a:cubicBezTo>
                  <a:pt x="220" y="367"/>
                  <a:pt x="213" y="357"/>
                  <a:pt x="209" y="346"/>
                </a:cubicBezTo>
                <a:cubicBezTo>
                  <a:pt x="204" y="335"/>
                  <a:pt x="202" y="324"/>
                  <a:pt x="202" y="312"/>
                </a:cubicBezTo>
                <a:moveTo>
                  <a:pt x="933" y="917"/>
                </a:moveTo>
                <a:cubicBezTo>
                  <a:pt x="945" y="930"/>
                  <a:pt x="964" y="935"/>
                  <a:pt x="980" y="928"/>
                </a:cubicBezTo>
                <a:cubicBezTo>
                  <a:pt x="990" y="924"/>
                  <a:pt x="999" y="920"/>
                  <a:pt x="1009" y="914"/>
                </a:cubicBezTo>
                <a:lnTo>
                  <a:pt x="1019" y="909"/>
                </a:lnTo>
                <a:cubicBezTo>
                  <a:pt x="1028" y="902"/>
                  <a:pt x="1037" y="896"/>
                  <a:pt x="1046" y="889"/>
                </a:cubicBezTo>
                <a:cubicBezTo>
                  <a:pt x="1060" y="879"/>
                  <a:pt x="1065" y="860"/>
                  <a:pt x="1059" y="843"/>
                </a:cubicBezTo>
                <a:lnTo>
                  <a:pt x="1042" y="791"/>
                </a:lnTo>
                <a:cubicBezTo>
                  <a:pt x="1058" y="771"/>
                  <a:pt x="1072" y="748"/>
                  <a:pt x="1081" y="724"/>
                </a:cubicBezTo>
                <a:lnTo>
                  <a:pt x="1135" y="712"/>
                </a:lnTo>
                <a:cubicBezTo>
                  <a:pt x="1152" y="709"/>
                  <a:pt x="1166" y="695"/>
                  <a:pt x="1168" y="678"/>
                </a:cubicBezTo>
                <a:cubicBezTo>
                  <a:pt x="1169" y="665"/>
                  <a:pt x="1170" y="653"/>
                  <a:pt x="1170" y="640"/>
                </a:cubicBezTo>
                <a:cubicBezTo>
                  <a:pt x="1170" y="627"/>
                  <a:pt x="1169" y="614"/>
                  <a:pt x="1168" y="602"/>
                </a:cubicBezTo>
                <a:cubicBezTo>
                  <a:pt x="1166" y="584"/>
                  <a:pt x="1152" y="571"/>
                  <a:pt x="1135" y="567"/>
                </a:cubicBezTo>
                <a:lnTo>
                  <a:pt x="1081" y="556"/>
                </a:lnTo>
                <a:cubicBezTo>
                  <a:pt x="1071" y="531"/>
                  <a:pt x="1058" y="508"/>
                  <a:pt x="1042" y="489"/>
                </a:cubicBezTo>
                <a:lnTo>
                  <a:pt x="1059" y="436"/>
                </a:lnTo>
                <a:cubicBezTo>
                  <a:pt x="1065" y="419"/>
                  <a:pt x="1060" y="401"/>
                  <a:pt x="1046" y="390"/>
                </a:cubicBezTo>
                <a:cubicBezTo>
                  <a:pt x="1037" y="384"/>
                  <a:pt x="1028" y="378"/>
                  <a:pt x="1019" y="372"/>
                </a:cubicBezTo>
                <a:lnTo>
                  <a:pt x="1009" y="366"/>
                </a:lnTo>
                <a:cubicBezTo>
                  <a:pt x="1000" y="361"/>
                  <a:pt x="990" y="356"/>
                  <a:pt x="980" y="352"/>
                </a:cubicBezTo>
                <a:cubicBezTo>
                  <a:pt x="964" y="345"/>
                  <a:pt x="945" y="350"/>
                  <a:pt x="933" y="364"/>
                </a:cubicBezTo>
                <a:lnTo>
                  <a:pt x="897" y="405"/>
                </a:lnTo>
                <a:cubicBezTo>
                  <a:pt x="884" y="403"/>
                  <a:pt x="871" y="402"/>
                  <a:pt x="858" y="402"/>
                </a:cubicBezTo>
                <a:cubicBezTo>
                  <a:pt x="844" y="402"/>
                  <a:pt x="831" y="403"/>
                  <a:pt x="819" y="405"/>
                </a:cubicBezTo>
                <a:lnTo>
                  <a:pt x="782" y="364"/>
                </a:lnTo>
                <a:cubicBezTo>
                  <a:pt x="770" y="350"/>
                  <a:pt x="752" y="345"/>
                  <a:pt x="735" y="352"/>
                </a:cubicBezTo>
                <a:cubicBezTo>
                  <a:pt x="726" y="356"/>
                  <a:pt x="716" y="361"/>
                  <a:pt x="706" y="366"/>
                </a:cubicBezTo>
                <a:lnTo>
                  <a:pt x="697" y="372"/>
                </a:lnTo>
                <a:cubicBezTo>
                  <a:pt x="687" y="377"/>
                  <a:pt x="678" y="383"/>
                  <a:pt x="670" y="390"/>
                </a:cubicBezTo>
                <a:cubicBezTo>
                  <a:pt x="655" y="401"/>
                  <a:pt x="651" y="419"/>
                  <a:pt x="656" y="436"/>
                </a:cubicBezTo>
                <a:lnTo>
                  <a:pt x="674" y="489"/>
                </a:lnTo>
                <a:cubicBezTo>
                  <a:pt x="657" y="508"/>
                  <a:pt x="644" y="531"/>
                  <a:pt x="635" y="556"/>
                </a:cubicBezTo>
                <a:lnTo>
                  <a:pt x="581" y="567"/>
                </a:lnTo>
                <a:cubicBezTo>
                  <a:pt x="563" y="571"/>
                  <a:pt x="550" y="584"/>
                  <a:pt x="548" y="601"/>
                </a:cubicBezTo>
                <a:cubicBezTo>
                  <a:pt x="546" y="614"/>
                  <a:pt x="545" y="627"/>
                  <a:pt x="545" y="639"/>
                </a:cubicBezTo>
                <a:cubicBezTo>
                  <a:pt x="545" y="652"/>
                  <a:pt x="546" y="665"/>
                  <a:pt x="548" y="677"/>
                </a:cubicBezTo>
                <a:cubicBezTo>
                  <a:pt x="550" y="695"/>
                  <a:pt x="564" y="708"/>
                  <a:pt x="581" y="712"/>
                </a:cubicBezTo>
                <a:lnTo>
                  <a:pt x="635" y="723"/>
                </a:lnTo>
                <a:cubicBezTo>
                  <a:pt x="644" y="748"/>
                  <a:pt x="657" y="771"/>
                  <a:pt x="674" y="791"/>
                </a:cubicBezTo>
                <a:lnTo>
                  <a:pt x="656" y="843"/>
                </a:lnTo>
                <a:cubicBezTo>
                  <a:pt x="651" y="860"/>
                  <a:pt x="655" y="878"/>
                  <a:pt x="670" y="889"/>
                </a:cubicBezTo>
                <a:cubicBezTo>
                  <a:pt x="678" y="895"/>
                  <a:pt x="687" y="902"/>
                  <a:pt x="697" y="907"/>
                </a:cubicBezTo>
                <a:lnTo>
                  <a:pt x="707" y="914"/>
                </a:lnTo>
                <a:cubicBezTo>
                  <a:pt x="716" y="919"/>
                  <a:pt x="726" y="924"/>
                  <a:pt x="736" y="928"/>
                </a:cubicBezTo>
                <a:cubicBezTo>
                  <a:pt x="752" y="935"/>
                  <a:pt x="770" y="930"/>
                  <a:pt x="782" y="917"/>
                </a:cubicBezTo>
                <a:lnTo>
                  <a:pt x="819" y="874"/>
                </a:lnTo>
                <a:cubicBezTo>
                  <a:pt x="832" y="876"/>
                  <a:pt x="845" y="877"/>
                  <a:pt x="858" y="877"/>
                </a:cubicBezTo>
                <a:cubicBezTo>
                  <a:pt x="871" y="877"/>
                  <a:pt x="884" y="876"/>
                  <a:pt x="897" y="874"/>
                </a:cubicBezTo>
                <a:lnTo>
                  <a:pt x="934" y="917"/>
                </a:lnTo>
                <a:lnTo>
                  <a:pt x="933" y="917"/>
                </a:lnTo>
                <a:moveTo>
                  <a:pt x="858" y="550"/>
                </a:moveTo>
                <a:cubicBezTo>
                  <a:pt x="870" y="550"/>
                  <a:pt x="881" y="553"/>
                  <a:pt x="892" y="557"/>
                </a:cubicBezTo>
                <a:cubicBezTo>
                  <a:pt x="903" y="562"/>
                  <a:pt x="912" y="568"/>
                  <a:pt x="921" y="576"/>
                </a:cubicBezTo>
                <a:cubicBezTo>
                  <a:pt x="929" y="585"/>
                  <a:pt x="936" y="595"/>
                  <a:pt x="940" y="605"/>
                </a:cubicBezTo>
                <a:cubicBezTo>
                  <a:pt x="945" y="616"/>
                  <a:pt x="947" y="628"/>
                  <a:pt x="947" y="640"/>
                </a:cubicBezTo>
                <a:cubicBezTo>
                  <a:pt x="947" y="651"/>
                  <a:pt x="945" y="663"/>
                  <a:pt x="940" y="674"/>
                </a:cubicBezTo>
                <a:cubicBezTo>
                  <a:pt x="936" y="685"/>
                  <a:pt x="929" y="694"/>
                  <a:pt x="921" y="703"/>
                </a:cubicBezTo>
                <a:cubicBezTo>
                  <a:pt x="912" y="711"/>
                  <a:pt x="903" y="718"/>
                  <a:pt x="892" y="722"/>
                </a:cubicBezTo>
                <a:cubicBezTo>
                  <a:pt x="881" y="727"/>
                  <a:pt x="870" y="729"/>
                  <a:pt x="858" y="729"/>
                </a:cubicBezTo>
                <a:cubicBezTo>
                  <a:pt x="846" y="729"/>
                  <a:pt x="834" y="727"/>
                  <a:pt x="824" y="722"/>
                </a:cubicBezTo>
                <a:cubicBezTo>
                  <a:pt x="813" y="718"/>
                  <a:pt x="803" y="711"/>
                  <a:pt x="795" y="703"/>
                </a:cubicBezTo>
                <a:cubicBezTo>
                  <a:pt x="786" y="694"/>
                  <a:pt x="780" y="685"/>
                  <a:pt x="775" y="674"/>
                </a:cubicBezTo>
                <a:cubicBezTo>
                  <a:pt x="771" y="663"/>
                  <a:pt x="768" y="651"/>
                  <a:pt x="768" y="640"/>
                </a:cubicBezTo>
                <a:cubicBezTo>
                  <a:pt x="768" y="628"/>
                  <a:pt x="771" y="616"/>
                  <a:pt x="775" y="605"/>
                </a:cubicBezTo>
                <a:cubicBezTo>
                  <a:pt x="780" y="595"/>
                  <a:pt x="786" y="585"/>
                  <a:pt x="795" y="576"/>
                </a:cubicBezTo>
                <a:cubicBezTo>
                  <a:pt x="803" y="568"/>
                  <a:pt x="813" y="562"/>
                  <a:pt x="824" y="557"/>
                </a:cubicBezTo>
                <a:cubicBezTo>
                  <a:pt x="834" y="553"/>
                  <a:pt x="846" y="550"/>
                  <a:pt x="858" y="550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1000080" y="482040"/>
            <a:ext cx="36921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2.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核心功能模块</a:t>
            </a:r>
            <a:r>
              <a:rPr lang="en-US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-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编译与运行系统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2" name="任意多边形 81"/>
          <p:cNvSpPr/>
          <p:nvPr/>
        </p:nvSpPr>
        <p:spPr>
          <a:xfrm>
            <a:off x="609480" y="1772605"/>
            <a:ext cx="190800" cy="191160"/>
          </a:xfrm>
          <a:custGeom>
            <a:avLst/>
            <a:gdLst/>
            <a:ahLst/>
            <a:cxnLst/>
            <a:rect l="0" t="0" r="r" b="b"/>
            <a:pathLst>
              <a:path w="530" h="531">
                <a:moveTo>
                  <a:pt x="265" y="531"/>
                </a:moveTo>
                <a:cubicBezTo>
                  <a:pt x="283" y="531"/>
                  <a:pt x="300" y="529"/>
                  <a:pt x="317" y="525"/>
                </a:cubicBezTo>
                <a:cubicBezTo>
                  <a:pt x="334" y="522"/>
                  <a:pt x="351" y="517"/>
                  <a:pt x="367" y="510"/>
                </a:cubicBezTo>
                <a:cubicBezTo>
                  <a:pt x="383" y="504"/>
                  <a:pt x="398" y="496"/>
                  <a:pt x="412" y="486"/>
                </a:cubicBezTo>
                <a:cubicBezTo>
                  <a:pt x="427" y="476"/>
                  <a:pt x="440" y="465"/>
                  <a:pt x="453" y="453"/>
                </a:cubicBezTo>
                <a:cubicBezTo>
                  <a:pt x="465" y="441"/>
                  <a:pt x="476" y="427"/>
                  <a:pt x="485" y="413"/>
                </a:cubicBezTo>
                <a:cubicBezTo>
                  <a:pt x="495" y="399"/>
                  <a:pt x="503" y="383"/>
                  <a:pt x="510" y="367"/>
                </a:cubicBezTo>
                <a:cubicBezTo>
                  <a:pt x="517" y="351"/>
                  <a:pt x="522" y="335"/>
                  <a:pt x="525" y="318"/>
                </a:cubicBezTo>
                <a:cubicBezTo>
                  <a:pt x="528" y="301"/>
                  <a:pt x="530" y="282"/>
                  <a:pt x="530" y="265"/>
                </a:cubicBezTo>
                <a:cubicBezTo>
                  <a:pt x="530" y="248"/>
                  <a:pt x="528" y="230"/>
                  <a:pt x="525" y="213"/>
                </a:cubicBezTo>
                <a:cubicBezTo>
                  <a:pt x="522" y="196"/>
                  <a:pt x="517" y="180"/>
                  <a:pt x="510" y="164"/>
                </a:cubicBezTo>
                <a:cubicBezTo>
                  <a:pt x="503" y="148"/>
                  <a:pt x="495" y="132"/>
                  <a:pt x="485" y="118"/>
                </a:cubicBezTo>
                <a:cubicBezTo>
                  <a:pt x="476" y="104"/>
                  <a:pt x="465" y="90"/>
                  <a:pt x="453" y="78"/>
                </a:cubicBezTo>
                <a:cubicBezTo>
                  <a:pt x="440" y="66"/>
                  <a:pt x="427" y="55"/>
                  <a:pt x="412" y="45"/>
                </a:cubicBezTo>
                <a:cubicBezTo>
                  <a:pt x="398" y="35"/>
                  <a:pt x="383" y="27"/>
                  <a:pt x="367" y="21"/>
                </a:cubicBezTo>
                <a:cubicBezTo>
                  <a:pt x="351" y="14"/>
                  <a:pt x="334" y="9"/>
                  <a:pt x="317" y="5"/>
                </a:cubicBezTo>
                <a:cubicBezTo>
                  <a:pt x="300" y="2"/>
                  <a:pt x="283" y="0"/>
                  <a:pt x="265" y="0"/>
                </a:cubicBezTo>
                <a:cubicBezTo>
                  <a:pt x="248" y="0"/>
                  <a:pt x="231" y="2"/>
                  <a:pt x="214" y="5"/>
                </a:cubicBezTo>
                <a:cubicBezTo>
                  <a:pt x="197" y="9"/>
                  <a:pt x="180" y="14"/>
                  <a:pt x="164" y="21"/>
                </a:cubicBezTo>
                <a:cubicBezTo>
                  <a:pt x="147" y="27"/>
                  <a:pt x="132" y="35"/>
                  <a:pt x="117" y="45"/>
                </a:cubicBezTo>
                <a:cubicBezTo>
                  <a:pt x="103" y="55"/>
                  <a:pt x="90" y="66"/>
                  <a:pt x="77" y="78"/>
                </a:cubicBezTo>
                <a:cubicBezTo>
                  <a:pt x="65" y="90"/>
                  <a:pt x="54" y="104"/>
                  <a:pt x="44" y="118"/>
                </a:cubicBezTo>
                <a:cubicBezTo>
                  <a:pt x="35" y="132"/>
                  <a:pt x="27" y="148"/>
                  <a:pt x="20" y="164"/>
                </a:cubicBezTo>
                <a:cubicBezTo>
                  <a:pt x="13" y="180"/>
                  <a:pt x="8" y="196"/>
                  <a:pt x="5" y="213"/>
                </a:cubicBezTo>
                <a:cubicBezTo>
                  <a:pt x="2" y="230"/>
                  <a:pt x="0" y="248"/>
                  <a:pt x="0" y="265"/>
                </a:cubicBezTo>
                <a:cubicBezTo>
                  <a:pt x="0" y="282"/>
                  <a:pt x="2" y="301"/>
                  <a:pt x="5" y="318"/>
                </a:cubicBezTo>
                <a:cubicBezTo>
                  <a:pt x="8" y="335"/>
                  <a:pt x="13" y="351"/>
                  <a:pt x="20" y="367"/>
                </a:cubicBezTo>
                <a:cubicBezTo>
                  <a:pt x="27" y="383"/>
                  <a:pt x="35" y="399"/>
                  <a:pt x="44" y="413"/>
                </a:cubicBezTo>
                <a:cubicBezTo>
                  <a:pt x="54" y="427"/>
                  <a:pt x="65" y="441"/>
                  <a:pt x="77" y="453"/>
                </a:cubicBezTo>
                <a:cubicBezTo>
                  <a:pt x="90" y="465"/>
                  <a:pt x="103" y="476"/>
                  <a:pt x="117" y="486"/>
                </a:cubicBezTo>
                <a:cubicBezTo>
                  <a:pt x="132" y="496"/>
                  <a:pt x="147" y="504"/>
                  <a:pt x="164" y="510"/>
                </a:cubicBezTo>
                <a:cubicBezTo>
                  <a:pt x="180" y="517"/>
                  <a:pt x="197" y="522"/>
                  <a:pt x="214" y="525"/>
                </a:cubicBezTo>
                <a:cubicBezTo>
                  <a:pt x="231" y="529"/>
                  <a:pt x="248" y="531"/>
                  <a:pt x="265" y="531"/>
                </a:cubicBezTo>
                <a:moveTo>
                  <a:pt x="382" y="216"/>
                </a:moveTo>
                <a:lnTo>
                  <a:pt x="250" y="350"/>
                </a:lnTo>
                <a:cubicBezTo>
                  <a:pt x="240" y="359"/>
                  <a:pt x="224" y="359"/>
                  <a:pt x="215" y="350"/>
                </a:cubicBezTo>
                <a:lnTo>
                  <a:pt x="148" y="283"/>
                </a:lnTo>
                <a:cubicBezTo>
                  <a:pt x="138" y="273"/>
                  <a:pt x="138" y="257"/>
                  <a:pt x="148" y="247"/>
                </a:cubicBezTo>
                <a:cubicBezTo>
                  <a:pt x="157" y="238"/>
                  <a:pt x="174" y="238"/>
                  <a:pt x="184" y="247"/>
                </a:cubicBezTo>
                <a:lnTo>
                  <a:pt x="232" y="297"/>
                </a:lnTo>
                <a:lnTo>
                  <a:pt x="347" y="181"/>
                </a:lnTo>
                <a:cubicBezTo>
                  <a:pt x="357" y="172"/>
                  <a:pt x="372" y="172"/>
                  <a:pt x="382" y="181"/>
                </a:cubicBezTo>
                <a:cubicBezTo>
                  <a:pt x="392" y="191"/>
                  <a:pt x="392" y="207"/>
                  <a:pt x="382" y="216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456565" y="1125165"/>
            <a:ext cx="1018540" cy="307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00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编译流程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4" name="任意多边形 83"/>
          <p:cNvSpPr/>
          <p:nvPr/>
        </p:nvSpPr>
        <p:spPr>
          <a:xfrm>
            <a:off x="609480" y="2468850"/>
            <a:ext cx="190800" cy="190800"/>
          </a:xfrm>
          <a:custGeom>
            <a:avLst/>
            <a:gdLst/>
            <a:ahLst/>
            <a:cxnLst/>
            <a:rect l="0" t="0" r="r" b="b"/>
            <a:pathLst>
              <a:path w="530" h="530">
                <a:moveTo>
                  <a:pt x="265" y="530"/>
                </a:moveTo>
                <a:cubicBezTo>
                  <a:pt x="283" y="530"/>
                  <a:pt x="300" y="528"/>
                  <a:pt x="317" y="525"/>
                </a:cubicBezTo>
                <a:cubicBezTo>
                  <a:pt x="334" y="521"/>
                  <a:pt x="351" y="516"/>
                  <a:pt x="367" y="510"/>
                </a:cubicBezTo>
                <a:cubicBezTo>
                  <a:pt x="383" y="503"/>
                  <a:pt x="398" y="495"/>
                  <a:pt x="412" y="485"/>
                </a:cubicBezTo>
                <a:cubicBezTo>
                  <a:pt x="427" y="476"/>
                  <a:pt x="440" y="465"/>
                  <a:pt x="453" y="452"/>
                </a:cubicBezTo>
                <a:cubicBezTo>
                  <a:pt x="465" y="440"/>
                  <a:pt x="476" y="427"/>
                  <a:pt x="485" y="411"/>
                </a:cubicBezTo>
                <a:cubicBezTo>
                  <a:pt x="495" y="397"/>
                  <a:pt x="503" y="381"/>
                  <a:pt x="510" y="365"/>
                </a:cubicBezTo>
                <a:cubicBezTo>
                  <a:pt x="517" y="349"/>
                  <a:pt x="522" y="333"/>
                  <a:pt x="525" y="316"/>
                </a:cubicBezTo>
                <a:cubicBezTo>
                  <a:pt x="528" y="299"/>
                  <a:pt x="530" y="282"/>
                  <a:pt x="530" y="264"/>
                </a:cubicBezTo>
                <a:cubicBezTo>
                  <a:pt x="530" y="247"/>
                  <a:pt x="528" y="230"/>
                  <a:pt x="525" y="213"/>
                </a:cubicBezTo>
                <a:cubicBezTo>
                  <a:pt x="522" y="196"/>
                  <a:pt x="517" y="179"/>
                  <a:pt x="510" y="163"/>
                </a:cubicBezTo>
                <a:cubicBezTo>
                  <a:pt x="503" y="147"/>
                  <a:pt x="495" y="132"/>
                  <a:pt x="485" y="117"/>
                </a:cubicBezTo>
                <a:cubicBezTo>
                  <a:pt x="476" y="103"/>
                  <a:pt x="465" y="89"/>
                  <a:pt x="453" y="77"/>
                </a:cubicBezTo>
                <a:cubicBezTo>
                  <a:pt x="440" y="65"/>
                  <a:pt x="427" y="54"/>
                  <a:pt x="412" y="44"/>
                </a:cubicBezTo>
                <a:cubicBezTo>
                  <a:pt x="398" y="35"/>
                  <a:pt x="383" y="26"/>
                  <a:pt x="367" y="20"/>
                </a:cubicBezTo>
                <a:cubicBezTo>
                  <a:pt x="351" y="13"/>
                  <a:pt x="334" y="8"/>
                  <a:pt x="317" y="5"/>
                </a:cubicBezTo>
                <a:cubicBezTo>
                  <a:pt x="300" y="1"/>
                  <a:pt x="283" y="0"/>
                  <a:pt x="265" y="0"/>
                </a:cubicBezTo>
                <a:cubicBezTo>
                  <a:pt x="248" y="0"/>
                  <a:pt x="231" y="1"/>
                  <a:pt x="214" y="5"/>
                </a:cubicBezTo>
                <a:cubicBezTo>
                  <a:pt x="197" y="8"/>
                  <a:pt x="180" y="13"/>
                  <a:pt x="164" y="20"/>
                </a:cubicBezTo>
                <a:cubicBezTo>
                  <a:pt x="147" y="26"/>
                  <a:pt x="132" y="35"/>
                  <a:pt x="117" y="44"/>
                </a:cubicBezTo>
                <a:cubicBezTo>
                  <a:pt x="103" y="54"/>
                  <a:pt x="90" y="65"/>
                  <a:pt x="77" y="77"/>
                </a:cubicBezTo>
                <a:cubicBezTo>
                  <a:pt x="65" y="89"/>
                  <a:pt x="54" y="103"/>
                  <a:pt x="44" y="117"/>
                </a:cubicBezTo>
                <a:cubicBezTo>
                  <a:pt x="35" y="132"/>
                  <a:pt x="27" y="147"/>
                  <a:pt x="20" y="163"/>
                </a:cubicBezTo>
                <a:cubicBezTo>
                  <a:pt x="13" y="179"/>
                  <a:pt x="8" y="196"/>
                  <a:pt x="5" y="213"/>
                </a:cubicBezTo>
                <a:cubicBezTo>
                  <a:pt x="2" y="230"/>
                  <a:pt x="0" y="247"/>
                  <a:pt x="0" y="264"/>
                </a:cubicBezTo>
                <a:cubicBezTo>
                  <a:pt x="0" y="282"/>
                  <a:pt x="2" y="299"/>
                  <a:pt x="5" y="316"/>
                </a:cubicBezTo>
                <a:cubicBezTo>
                  <a:pt x="8" y="333"/>
                  <a:pt x="13" y="349"/>
                  <a:pt x="20" y="365"/>
                </a:cubicBezTo>
                <a:cubicBezTo>
                  <a:pt x="27" y="381"/>
                  <a:pt x="35" y="397"/>
                  <a:pt x="44" y="411"/>
                </a:cubicBezTo>
                <a:cubicBezTo>
                  <a:pt x="54" y="427"/>
                  <a:pt x="65" y="440"/>
                  <a:pt x="77" y="452"/>
                </a:cubicBezTo>
                <a:cubicBezTo>
                  <a:pt x="90" y="465"/>
                  <a:pt x="103" y="476"/>
                  <a:pt x="117" y="485"/>
                </a:cubicBezTo>
                <a:cubicBezTo>
                  <a:pt x="132" y="495"/>
                  <a:pt x="147" y="503"/>
                  <a:pt x="164" y="510"/>
                </a:cubicBezTo>
                <a:cubicBezTo>
                  <a:pt x="180" y="516"/>
                  <a:pt x="197" y="521"/>
                  <a:pt x="214" y="525"/>
                </a:cubicBezTo>
                <a:cubicBezTo>
                  <a:pt x="231" y="528"/>
                  <a:pt x="248" y="530"/>
                  <a:pt x="265" y="530"/>
                </a:cubicBezTo>
                <a:moveTo>
                  <a:pt x="382" y="216"/>
                </a:moveTo>
                <a:lnTo>
                  <a:pt x="250" y="348"/>
                </a:lnTo>
                <a:cubicBezTo>
                  <a:pt x="240" y="358"/>
                  <a:pt x="224" y="358"/>
                  <a:pt x="215" y="348"/>
                </a:cubicBezTo>
                <a:lnTo>
                  <a:pt x="148" y="282"/>
                </a:lnTo>
                <a:cubicBezTo>
                  <a:pt x="138" y="272"/>
                  <a:pt x="138" y="256"/>
                  <a:pt x="148" y="247"/>
                </a:cubicBezTo>
                <a:cubicBezTo>
                  <a:pt x="157" y="237"/>
                  <a:pt x="174" y="237"/>
                  <a:pt x="184" y="247"/>
                </a:cubicBezTo>
                <a:lnTo>
                  <a:pt x="232" y="295"/>
                </a:lnTo>
                <a:lnTo>
                  <a:pt x="347" y="180"/>
                </a:lnTo>
                <a:cubicBezTo>
                  <a:pt x="357" y="171"/>
                  <a:pt x="372" y="171"/>
                  <a:pt x="382" y="180"/>
                </a:cubicBezTo>
                <a:cubicBezTo>
                  <a:pt x="392" y="190"/>
                  <a:pt x="392" y="206"/>
                  <a:pt x="382" y="215"/>
                </a:cubicBezTo>
                <a:lnTo>
                  <a:pt x="382" y="216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914400" y="1769380"/>
            <a:ext cx="365760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代码预处理（自动添加必要头文件）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6" name="任意多边形 85"/>
          <p:cNvSpPr/>
          <p:nvPr/>
        </p:nvSpPr>
        <p:spPr>
          <a:xfrm>
            <a:off x="622815" y="3081990"/>
            <a:ext cx="190800" cy="190800"/>
          </a:xfrm>
          <a:custGeom>
            <a:avLst/>
            <a:gdLst/>
            <a:ahLst/>
            <a:cxnLst/>
            <a:rect l="0" t="0" r="r" b="b"/>
            <a:pathLst>
              <a:path w="530" h="530">
                <a:moveTo>
                  <a:pt x="265" y="530"/>
                </a:moveTo>
                <a:cubicBezTo>
                  <a:pt x="283" y="530"/>
                  <a:pt x="300" y="529"/>
                  <a:pt x="317" y="525"/>
                </a:cubicBezTo>
                <a:cubicBezTo>
                  <a:pt x="334" y="522"/>
                  <a:pt x="351" y="517"/>
                  <a:pt x="367" y="510"/>
                </a:cubicBezTo>
                <a:cubicBezTo>
                  <a:pt x="383" y="504"/>
                  <a:pt x="398" y="496"/>
                  <a:pt x="412" y="486"/>
                </a:cubicBezTo>
                <a:cubicBezTo>
                  <a:pt x="427" y="476"/>
                  <a:pt x="440" y="465"/>
                  <a:pt x="453" y="453"/>
                </a:cubicBezTo>
                <a:cubicBezTo>
                  <a:pt x="465" y="441"/>
                  <a:pt x="476" y="427"/>
                  <a:pt x="485" y="413"/>
                </a:cubicBezTo>
                <a:cubicBezTo>
                  <a:pt x="495" y="398"/>
                  <a:pt x="503" y="383"/>
                  <a:pt x="510" y="367"/>
                </a:cubicBezTo>
                <a:cubicBezTo>
                  <a:pt x="517" y="351"/>
                  <a:pt x="522" y="335"/>
                  <a:pt x="525" y="318"/>
                </a:cubicBezTo>
                <a:cubicBezTo>
                  <a:pt x="528" y="300"/>
                  <a:pt x="530" y="283"/>
                  <a:pt x="530" y="266"/>
                </a:cubicBezTo>
                <a:cubicBezTo>
                  <a:pt x="530" y="249"/>
                  <a:pt x="528" y="231"/>
                  <a:pt x="525" y="214"/>
                </a:cubicBezTo>
                <a:cubicBezTo>
                  <a:pt x="522" y="197"/>
                  <a:pt x="517" y="181"/>
                  <a:pt x="510" y="165"/>
                </a:cubicBezTo>
                <a:cubicBezTo>
                  <a:pt x="503" y="149"/>
                  <a:pt x="495" y="133"/>
                  <a:pt x="485" y="119"/>
                </a:cubicBezTo>
                <a:cubicBezTo>
                  <a:pt x="476" y="104"/>
                  <a:pt x="465" y="91"/>
                  <a:pt x="453" y="79"/>
                </a:cubicBezTo>
                <a:cubicBezTo>
                  <a:pt x="440" y="67"/>
                  <a:pt x="427" y="56"/>
                  <a:pt x="412" y="45"/>
                </a:cubicBezTo>
                <a:cubicBezTo>
                  <a:pt x="398" y="35"/>
                  <a:pt x="383" y="27"/>
                  <a:pt x="367" y="20"/>
                </a:cubicBezTo>
                <a:cubicBezTo>
                  <a:pt x="351" y="14"/>
                  <a:pt x="334" y="9"/>
                  <a:pt x="317" y="5"/>
                </a:cubicBezTo>
                <a:cubicBezTo>
                  <a:pt x="300" y="2"/>
                  <a:pt x="283" y="0"/>
                  <a:pt x="265" y="0"/>
                </a:cubicBezTo>
                <a:cubicBezTo>
                  <a:pt x="248" y="0"/>
                  <a:pt x="231" y="2"/>
                  <a:pt x="214" y="5"/>
                </a:cubicBezTo>
                <a:cubicBezTo>
                  <a:pt x="197" y="9"/>
                  <a:pt x="180" y="14"/>
                  <a:pt x="164" y="20"/>
                </a:cubicBezTo>
                <a:cubicBezTo>
                  <a:pt x="147" y="27"/>
                  <a:pt x="132" y="35"/>
                  <a:pt x="117" y="45"/>
                </a:cubicBezTo>
                <a:cubicBezTo>
                  <a:pt x="103" y="56"/>
                  <a:pt x="90" y="67"/>
                  <a:pt x="77" y="79"/>
                </a:cubicBezTo>
                <a:cubicBezTo>
                  <a:pt x="65" y="91"/>
                  <a:pt x="54" y="104"/>
                  <a:pt x="44" y="119"/>
                </a:cubicBezTo>
                <a:cubicBezTo>
                  <a:pt x="35" y="133"/>
                  <a:pt x="27" y="149"/>
                  <a:pt x="20" y="165"/>
                </a:cubicBezTo>
                <a:cubicBezTo>
                  <a:pt x="13" y="181"/>
                  <a:pt x="8" y="197"/>
                  <a:pt x="5" y="214"/>
                </a:cubicBezTo>
                <a:cubicBezTo>
                  <a:pt x="2" y="231"/>
                  <a:pt x="0" y="249"/>
                  <a:pt x="0" y="266"/>
                </a:cubicBezTo>
                <a:cubicBezTo>
                  <a:pt x="0" y="283"/>
                  <a:pt x="2" y="300"/>
                  <a:pt x="5" y="318"/>
                </a:cubicBezTo>
                <a:cubicBezTo>
                  <a:pt x="8" y="335"/>
                  <a:pt x="13" y="351"/>
                  <a:pt x="20" y="367"/>
                </a:cubicBezTo>
                <a:cubicBezTo>
                  <a:pt x="27" y="383"/>
                  <a:pt x="35" y="398"/>
                  <a:pt x="44" y="413"/>
                </a:cubicBezTo>
                <a:cubicBezTo>
                  <a:pt x="54" y="427"/>
                  <a:pt x="65" y="441"/>
                  <a:pt x="77" y="453"/>
                </a:cubicBezTo>
                <a:cubicBezTo>
                  <a:pt x="90" y="465"/>
                  <a:pt x="103" y="476"/>
                  <a:pt x="117" y="486"/>
                </a:cubicBezTo>
                <a:cubicBezTo>
                  <a:pt x="132" y="496"/>
                  <a:pt x="147" y="504"/>
                  <a:pt x="164" y="510"/>
                </a:cubicBezTo>
                <a:cubicBezTo>
                  <a:pt x="180" y="517"/>
                  <a:pt x="197" y="522"/>
                  <a:pt x="214" y="525"/>
                </a:cubicBezTo>
                <a:cubicBezTo>
                  <a:pt x="231" y="529"/>
                  <a:pt x="248" y="530"/>
                  <a:pt x="265" y="530"/>
                </a:cubicBezTo>
                <a:moveTo>
                  <a:pt x="382" y="217"/>
                </a:moveTo>
                <a:lnTo>
                  <a:pt x="250" y="350"/>
                </a:lnTo>
                <a:cubicBezTo>
                  <a:pt x="240" y="359"/>
                  <a:pt x="224" y="359"/>
                  <a:pt x="215" y="350"/>
                </a:cubicBezTo>
                <a:lnTo>
                  <a:pt x="148" y="283"/>
                </a:lnTo>
                <a:cubicBezTo>
                  <a:pt x="138" y="274"/>
                  <a:pt x="138" y="258"/>
                  <a:pt x="148" y="248"/>
                </a:cubicBezTo>
                <a:cubicBezTo>
                  <a:pt x="157" y="239"/>
                  <a:pt x="174" y="239"/>
                  <a:pt x="184" y="248"/>
                </a:cubicBezTo>
                <a:lnTo>
                  <a:pt x="232" y="297"/>
                </a:lnTo>
                <a:lnTo>
                  <a:pt x="347" y="182"/>
                </a:lnTo>
                <a:cubicBezTo>
                  <a:pt x="357" y="172"/>
                  <a:pt x="372" y="172"/>
                  <a:pt x="382" y="182"/>
                </a:cubicBezTo>
                <a:cubicBezTo>
                  <a:pt x="392" y="192"/>
                  <a:pt x="392" y="208"/>
                  <a:pt x="382" y="217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914400" y="2492735"/>
            <a:ext cx="320929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生成临时文件（系统临时目录）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8" name="任意多边形 87"/>
          <p:cNvSpPr/>
          <p:nvPr/>
        </p:nvSpPr>
        <p:spPr>
          <a:xfrm>
            <a:off x="622815" y="3651235"/>
            <a:ext cx="190800" cy="190800"/>
          </a:xfrm>
          <a:custGeom>
            <a:avLst/>
            <a:gdLst/>
            <a:ahLst/>
            <a:cxnLst/>
            <a:rect l="0" t="0" r="r" b="b"/>
            <a:pathLst>
              <a:path w="530" h="530">
                <a:moveTo>
                  <a:pt x="265" y="530"/>
                </a:moveTo>
                <a:cubicBezTo>
                  <a:pt x="283" y="530"/>
                  <a:pt x="300" y="528"/>
                  <a:pt x="317" y="525"/>
                </a:cubicBezTo>
                <a:cubicBezTo>
                  <a:pt x="334" y="521"/>
                  <a:pt x="351" y="516"/>
                  <a:pt x="367" y="510"/>
                </a:cubicBezTo>
                <a:cubicBezTo>
                  <a:pt x="383" y="503"/>
                  <a:pt x="398" y="495"/>
                  <a:pt x="412" y="485"/>
                </a:cubicBezTo>
                <a:cubicBezTo>
                  <a:pt x="427" y="475"/>
                  <a:pt x="440" y="464"/>
                  <a:pt x="453" y="452"/>
                </a:cubicBezTo>
                <a:cubicBezTo>
                  <a:pt x="465" y="440"/>
                  <a:pt x="476" y="427"/>
                  <a:pt x="485" y="412"/>
                </a:cubicBezTo>
                <a:cubicBezTo>
                  <a:pt x="495" y="398"/>
                  <a:pt x="503" y="382"/>
                  <a:pt x="510" y="366"/>
                </a:cubicBezTo>
                <a:cubicBezTo>
                  <a:pt x="517" y="350"/>
                  <a:pt x="522" y="334"/>
                  <a:pt x="525" y="317"/>
                </a:cubicBezTo>
                <a:cubicBezTo>
                  <a:pt x="528" y="300"/>
                  <a:pt x="530" y="282"/>
                  <a:pt x="530" y="265"/>
                </a:cubicBezTo>
                <a:cubicBezTo>
                  <a:pt x="530" y="248"/>
                  <a:pt x="528" y="231"/>
                  <a:pt x="525" y="214"/>
                </a:cubicBezTo>
                <a:cubicBezTo>
                  <a:pt x="522" y="196"/>
                  <a:pt x="517" y="179"/>
                  <a:pt x="510" y="163"/>
                </a:cubicBezTo>
                <a:cubicBezTo>
                  <a:pt x="503" y="147"/>
                  <a:pt x="495" y="132"/>
                  <a:pt x="485" y="117"/>
                </a:cubicBezTo>
                <a:cubicBezTo>
                  <a:pt x="476" y="103"/>
                  <a:pt x="465" y="89"/>
                  <a:pt x="453" y="77"/>
                </a:cubicBezTo>
                <a:cubicBezTo>
                  <a:pt x="440" y="65"/>
                  <a:pt x="427" y="54"/>
                  <a:pt x="412" y="44"/>
                </a:cubicBezTo>
                <a:cubicBezTo>
                  <a:pt x="398" y="34"/>
                  <a:pt x="383" y="26"/>
                  <a:pt x="367" y="20"/>
                </a:cubicBezTo>
                <a:cubicBezTo>
                  <a:pt x="351" y="13"/>
                  <a:pt x="334" y="8"/>
                  <a:pt x="317" y="5"/>
                </a:cubicBezTo>
                <a:cubicBezTo>
                  <a:pt x="300" y="1"/>
                  <a:pt x="283" y="0"/>
                  <a:pt x="265" y="0"/>
                </a:cubicBezTo>
                <a:cubicBezTo>
                  <a:pt x="248" y="0"/>
                  <a:pt x="231" y="1"/>
                  <a:pt x="214" y="5"/>
                </a:cubicBezTo>
                <a:cubicBezTo>
                  <a:pt x="197" y="8"/>
                  <a:pt x="180" y="13"/>
                  <a:pt x="164" y="20"/>
                </a:cubicBezTo>
                <a:cubicBezTo>
                  <a:pt x="147" y="26"/>
                  <a:pt x="132" y="34"/>
                  <a:pt x="117" y="44"/>
                </a:cubicBezTo>
                <a:cubicBezTo>
                  <a:pt x="103" y="54"/>
                  <a:pt x="90" y="65"/>
                  <a:pt x="77" y="77"/>
                </a:cubicBezTo>
                <a:cubicBezTo>
                  <a:pt x="65" y="89"/>
                  <a:pt x="54" y="103"/>
                  <a:pt x="44" y="117"/>
                </a:cubicBezTo>
                <a:cubicBezTo>
                  <a:pt x="35" y="132"/>
                  <a:pt x="27" y="147"/>
                  <a:pt x="20" y="163"/>
                </a:cubicBezTo>
                <a:cubicBezTo>
                  <a:pt x="13" y="179"/>
                  <a:pt x="8" y="196"/>
                  <a:pt x="5" y="214"/>
                </a:cubicBezTo>
                <a:cubicBezTo>
                  <a:pt x="2" y="231"/>
                  <a:pt x="0" y="248"/>
                  <a:pt x="0" y="265"/>
                </a:cubicBezTo>
                <a:cubicBezTo>
                  <a:pt x="0" y="282"/>
                  <a:pt x="2" y="300"/>
                  <a:pt x="5" y="317"/>
                </a:cubicBezTo>
                <a:cubicBezTo>
                  <a:pt x="8" y="334"/>
                  <a:pt x="13" y="350"/>
                  <a:pt x="20" y="366"/>
                </a:cubicBezTo>
                <a:cubicBezTo>
                  <a:pt x="27" y="382"/>
                  <a:pt x="35" y="398"/>
                  <a:pt x="44" y="412"/>
                </a:cubicBezTo>
                <a:cubicBezTo>
                  <a:pt x="54" y="427"/>
                  <a:pt x="65" y="440"/>
                  <a:pt x="77" y="452"/>
                </a:cubicBezTo>
                <a:cubicBezTo>
                  <a:pt x="90" y="464"/>
                  <a:pt x="103" y="475"/>
                  <a:pt x="117" y="485"/>
                </a:cubicBezTo>
                <a:cubicBezTo>
                  <a:pt x="132" y="495"/>
                  <a:pt x="147" y="503"/>
                  <a:pt x="164" y="510"/>
                </a:cubicBezTo>
                <a:cubicBezTo>
                  <a:pt x="180" y="516"/>
                  <a:pt x="197" y="521"/>
                  <a:pt x="214" y="525"/>
                </a:cubicBezTo>
                <a:cubicBezTo>
                  <a:pt x="231" y="528"/>
                  <a:pt x="248" y="530"/>
                  <a:pt x="265" y="530"/>
                </a:cubicBezTo>
                <a:moveTo>
                  <a:pt x="382" y="217"/>
                </a:moveTo>
                <a:lnTo>
                  <a:pt x="250" y="349"/>
                </a:lnTo>
                <a:cubicBezTo>
                  <a:pt x="240" y="359"/>
                  <a:pt x="224" y="359"/>
                  <a:pt x="215" y="349"/>
                </a:cubicBezTo>
                <a:lnTo>
                  <a:pt x="148" y="283"/>
                </a:lnTo>
                <a:cubicBezTo>
                  <a:pt x="138" y="273"/>
                  <a:pt x="138" y="257"/>
                  <a:pt x="148" y="248"/>
                </a:cubicBezTo>
                <a:cubicBezTo>
                  <a:pt x="157" y="238"/>
                  <a:pt x="174" y="238"/>
                  <a:pt x="184" y="248"/>
                </a:cubicBezTo>
                <a:lnTo>
                  <a:pt x="232" y="296"/>
                </a:lnTo>
                <a:lnTo>
                  <a:pt x="347" y="180"/>
                </a:lnTo>
                <a:cubicBezTo>
                  <a:pt x="357" y="171"/>
                  <a:pt x="372" y="171"/>
                  <a:pt x="382" y="180"/>
                </a:cubicBezTo>
                <a:cubicBezTo>
                  <a:pt x="392" y="191"/>
                  <a:pt x="392" y="207"/>
                  <a:pt x="382" y="216"/>
                </a:cubicBezTo>
                <a:lnTo>
                  <a:pt x="382" y="217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880745" y="3069240"/>
            <a:ext cx="3187065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调用</a:t>
            </a:r>
            <a:r>
              <a:rPr lang="en-US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GCC</a:t>
            </a:r>
            <a:r>
              <a:rPr lang="zh-CN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编译器</a:t>
            </a:r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生成可执行文件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914400" y="3644640"/>
            <a:ext cx="182880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自动清理临时文件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456565" y="4004920"/>
            <a:ext cx="1018540" cy="307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00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运行控制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456565" y="4436745"/>
            <a:ext cx="11734165" cy="16617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pPr algn="l"/>
            <a:r>
              <a:rPr lang="zh-CN" b="0" i="0" u="none" strike="noStrike">
                <a:solidFill>
                  <a:srgbClr val="9CA3A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运行：运行中的程序可以通过输入区接收用户输入。输入内容会以 &gt; 前缀显示在输出区，与程序输出区分开。支持中文输入输出，确保编码一致性。程序输出会实时显示在输出区域，并自动滚动到底部。</a:t>
            </a:r>
            <a:endParaRPr lang="zh-CN" b="0" i="0" u="none" strike="noStrike">
              <a:solidFill>
                <a:srgbClr val="9CA3AF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  <a:p>
            <a:pPr algn="l"/>
            <a:endParaRPr lang="zh-CN" b="0" i="0" u="none" strike="noStrike">
              <a:solidFill>
                <a:srgbClr val="9CA3AF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  <a:p>
            <a:pPr algn="l"/>
            <a:r>
              <a:rPr lang="zh-CN" b="0" i="0" u="none" strike="noStrike">
                <a:solidFill>
                  <a:srgbClr val="9CA3A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程序</a:t>
            </a:r>
            <a:r>
              <a:rPr lang="zh-CN" b="0" i="0" u="none" strike="noStrike">
                <a:solidFill>
                  <a:srgbClr val="9CA3A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控制：停止运行：可通过 “停止” 按钮或Esc键强制终止运行中的程序。运行终止提示：程序终止时会显示 “程序已被用户终止” 提示。异常处理：运行超时或异常时会显示相应错误信息。输入发送：在程序运行时，输入区输入内容后按回车发送给程序。</a:t>
            </a:r>
            <a:endParaRPr lang="zh-CN" b="0" i="0" u="none" strike="noStrike">
              <a:solidFill>
                <a:srgbClr val="9CA3AF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4" name="图片 4" descr="66e52d0c15dd90ac7d1614c7f175a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510" y="681990"/>
            <a:ext cx="3277870" cy="1363980"/>
          </a:xfrm>
          <a:prstGeom prst="rect">
            <a:avLst/>
          </a:prstGeom>
        </p:spPr>
      </p:pic>
      <p:pic>
        <p:nvPicPr>
          <p:cNvPr id="6" name="图片 6" descr="0e8005ac27237f616c1e828ece6d6d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945" y="2358390"/>
            <a:ext cx="2407920" cy="1765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 9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4" name="任意多边形 93"/>
          <p:cNvSpPr/>
          <p:nvPr/>
        </p:nvSpPr>
        <p:spPr>
          <a:xfrm>
            <a:off x="-24765" y="45085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95" name="图片 94"/>
          <p:cNvPicPr/>
          <p:nvPr/>
        </p:nvPicPr>
        <p:blipFill>
          <a:blip r:embed="rId1"/>
          <a:stretch>
            <a:fillRect/>
          </a:stretch>
        </p:blipFill>
        <p:spPr>
          <a:xfrm>
            <a:off x="6095880" y="0"/>
            <a:ext cx="6095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任意多边形 95"/>
          <p:cNvSpPr/>
          <p:nvPr/>
        </p:nvSpPr>
        <p:spPr>
          <a:xfrm>
            <a:off x="456840" y="92376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4"/>
                </a:cubicBezTo>
                <a:cubicBezTo>
                  <a:pt x="7" y="27"/>
                  <a:pt x="11" y="21"/>
                  <a:pt x="16" y="16"/>
                </a:cubicBezTo>
                <a:cubicBezTo>
                  <a:pt x="21" y="11"/>
                  <a:pt x="27" y="8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8"/>
                  <a:pt x="2098" y="11"/>
                  <a:pt x="2103" y="16"/>
                </a:cubicBezTo>
                <a:cubicBezTo>
                  <a:pt x="2108" y="21"/>
                  <a:pt x="2111" y="27"/>
                  <a:pt x="2114" y="34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1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1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7" name="任意多边形 96"/>
          <p:cNvSpPr/>
          <p:nvPr/>
        </p:nvSpPr>
        <p:spPr>
          <a:xfrm>
            <a:off x="456840" y="525960"/>
            <a:ext cx="386280" cy="300600"/>
          </a:xfrm>
          <a:custGeom>
            <a:avLst/>
            <a:gdLst/>
            <a:ahLst/>
            <a:cxnLst/>
            <a:rect l="0" t="0" r="r" b="b"/>
            <a:pathLst>
              <a:path w="1073" h="835">
                <a:moveTo>
                  <a:pt x="166" y="357"/>
                </a:moveTo>
                <a:lnTo>
                  <a:pt x="0" y="641"/>
                </a:lnTo>
                <a:lnTo>
                  <a:pt x="0" y="119"/>
                </a:lnTo>
                <a:cubicBezTo>
                  <a:pt x="0" y="54"/>
                  <a:pt x="54" y="0"/>
                  <a:pt x="120" y="0"/>
                </a:cubicBezTo>
                <a:lnTo>
                  <a:pt x="339" y="0"/>
                </a:lnTo>
                <a:cubicBezTo>
                  <a:pt x="371" y="0"/>
                  <a:pt x="401" y="13"/>
                  <a:pt x="423" y="35"/>
                </a:cubicBezTo>
                <a:lnTo>
                  <a:pt x="473" y="84"/>
                </a:lnTo>
                <a:cubicBezTo>
                  <a:pt x="495" y="107"/>
                  <a:pt x="525" y="119"/>
                  <a:pt x="557" y="119"/>
                </a:cubicBezTo>
                <a:lnTo>
                  <a:pt x="775" y="119"/>
                </a:lnTo>
                <a:cubicBezTo>
                  <a:pt x="841" y="119"/>
                  <a:pt x="894" y="173"/>
                  <a:pt x="894" y="238"/>
                </a:cubicBezTo>
                <a:lnTo>
                  <a:pt x="894" y="298"/>
                </a:lnTo>
                <a:lnTo>
                  <a:pt x="268" y="298"/>
                </a:lnTo>
                <a:cubicBezTo>
                  <a:pt x="226" y="298"/>
                  <a:pt x="187" y="320"/>
                  <a:pt x="166" y="357"/>
                </a:cubicBezTo>
                <a:moveTo>
                  <a:pt x="217" y="387"/>
                </a:moveTo>
                <a:cubicBezTo>
                  <a:pt x="228" y="369"/>
                  <a:pt x="247" y="358"/>
                  <a:pt x="268" y="358"/>
                </a:cubicBezTo>
                <a:lnTo>
                  <a:pt x="1014" y="358"/>
                </a:lnTo>
                <a:cubicBezTo>
                  <a:pt x="1035" y="358"/>
                  <a:pt x="1054" y="369"/>
                  <a:pt x="1065" y="387"/>
                </a:cubicBezTo>
                <a:cubicBezTo>
                  <a:pt x="1076" y="406"/>
                  <a:pt x="1076" y="429"/>
                  <a:pt x="1065" y="447"/>
                </a:cubicBezTo>
                <a:lnTo>
                  <a:pt x="857" y="805"/>
                </a:lnTo>
                <a:cubicBezTo>
                  <a:pt x="846" y="824"/>
                  <a:pt x="826" y="835"/>
                  <a:pt x="805" y="835"/>
                </a:cubicBezTo>
                <a:lnTo>
                  <a:pt x="60" y="835"/>
                </a:lnTo>
                <a:cubicBezTo>
                  <a:pt x="39" y="835"/>
                  <a:pt x="19" y="823"/>
                  <a:pt x="8" y="805"/>
                </a:cubicBezTo>
                <a:cubicBezTo>
                  <a:pt x="-2" y="786"/>
                  <a:pt x="-2" y="764"/>
                  <a:pt x="9" y="745"/>
                </a:cubicBezTo>
                <a:lnTo>
                  <a:pt x="217" y="387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957240" y="482040"/>
            <a:ext cx="30747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2.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核心功能模块</a:t>
            </a:r>
            <a:r>
              <a:rPr lang="en-US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-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文件管理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99" name="任意多边形 98"/>
          <p:cNvSpPr/>
          <p:nvPr>
            <p:custDataLst>
              <p:tags r:id="rId2"/>
            </p:custDataLst>
          </p:nvPr>
        </p:nvSpPr>
        <p:spPr>
          <a:xfrm>
            <a:off x="479700" y="1797960"/>
            <a:ext cx="191160" cy="191160"/>
          </a:xfrm>
          <a:custGeom>
            <a:avLst/>
            <a:gdLst/>
            <a:ahLst/>
            <a:cxnLst/>
            <a:rect l="0" t="0" r="r" b="b"/>
            <a:pathLst>
              <a:path w="531" h="531">
                <a:moveTo>
                  <a:pt x="266" y="531"/>
                </a:moveTo>
                <a:cubicBezTo>
                  <a:pt x="283" y="531"/>
                  <a:pt x="301" y="529"/>
                  <a:pt x="318" y="526"/>
                </a:cubicBezTo>
                <a:cubicBezTo>
                  <a:pt x="335" y="522"/>
                  <a:pt x="351" y="517"/>
                  <a:pt x="367" y="511"/>
                </a:cubicBezTo>
                <a:cubicBezTo>
                  <a:pt x="383" y="504"/>
                  <a:pt x="399" y="496"/>
                  <a:pt x="413" y="486"/>
                </a:cubicBezTo>
                <a:cubicBezTo>
                  <a:pt x="428" y="476"/>
                  <a:pt x="441" y="465"/>
                  <a:pt x="453" y="453"/>
                </a:cubicBezTo>
                <a:cubicBezTo>
                  <a:pt x="465" y="441"/>
                  <a:pt x="476" y="428"/>
                  <a:pt x="486" y="413"/>
                </a:cubicBezTo>
                <a:cubicBezTo>
                  <a:pt x="496" y="399"/>
                  <a:pt x="504" y="383"/>
                  <a:pt x="511" y="366"/>
                </a:cubicBezTo>
                <a:cubicBezTo>
                  <a:pt x="517" y="350"/>
                  <a:pt x="522" y="334"/>
                  <a:pt x="526" y="317"/>
                </a:cubicBezTo>
                <a:cubicBezTo>
                  <a:pt x="529" y="300"/>
                  <a:pt x="531" y="282"/>
                  <a:pt x="531" y="265"/>
                </a:cubicBezTo>
                <a:cubicBezTo>
                  <a:pt x="531" y="248"/>
                  <a:pt x="529" y="231"/>
                  <a:pt x="526" y="213"/>
                </a:cubicBezTo>
                <a:cubicBezTo>
                  <a:pt x="522" y="196"/>
                  <a:pt x="517" y="180"/>
                  <a:pt x="511" y="164"/>
                </a:cubicBezTo>
                <a:cubicBezTo>
                  <a:pt x="504" y="148"/>
                  <a:pt x="496" y="133"/>
                  <a:pt x="486" y="118"/>
                </a:cubicBezTo>
                <a:cubicBezTo>
                  <a:pt x="476" y="104"/>
                  <a:pt x="465" y="90"/>
                  <a:pt x="453" y="78"/>
                </a:cubicBezTo>
                <a:cubicBezTo>
                  <a:pt x="441" y="66"/>
                  <a:pt x="428" y="55"/>
                  <a:pt x="413" y="45"/>
                </a:cubicBezTo>
                <a:cubicBezTo>
                  <a:pt x="399" y="35"/>
                  <a:pt x="383" y="27"/>
                  <a:pt x="367" y="21"/>
                </a:cubicBezTo>
                <a:cubicBezTo>
                  <a:pt x="351" y="14"/>
                  <a:pt x="335" y="9"/>
                  <a:pt x="318" y="6"/>
                </a:cubicBezTo>
                <a:cubicBezTo>
                  <a:pt x="301" y="2"/>
                  <a:pt x="283" y="0"/>
                  <a:pt x="266" y="0"/>
                </a:cubicBezTo>
                <a:cubicBezTo>
                  <a:pt x="249" y="0"/>
                  <a:pt x="232" y="2"/>
                  <a:pt x="214" y="6"/>
                </a:cubicBezTo>
                <a:cubicBezTo>
                  <a:pt x="197" y="9"/>
                  <a:pt x="181" y="14"/>
                  <a:pt x="165" y="21"/>
                </a:cubicBezTo>
                <a:cubicBezTo>
                  <a:pt x="149" y="27"/>
                  <a:pt x="134" y="35"/>
                  <a:pt x="119" y="45"/>
                </a:cubicBezTo>
                <a:cubicBezTo>
                  <a:pt x="105" y="55"/>
                  <a:pt x="91" y="66"/>
                  <a:pt x="79" y="78"/>
                </a:cubicBezTo>
                <a:cubicBezTo>
                  <a:pt x="67" y="90"/>
                  <a:pt x="56" y="104"/>
                  <a:pt x="45" y="118"/>
                </a:cubicBezTo>
                <a:cubicBezTo>
                  <a:pt x="35" y="133"/>
                  <a:pt x="27" y="148"/>
                  <a:pt x="21" y="164"/>
                </a:cubicBezTo>
                <a:cubicBezTo>
                  <a:pt x="14" y="180"/>
                  <a:pt x="9" y="196"/>
                  <a:pt x="6" y="213"/>
                </a:cubicBezTo>
                <a:cubicBezTo>
                  <a:pt x="2" y="231"/>
                  <a:pt x="0" y="248"/>
                  <a:pt x="0" y="265"/>
                </a:cubicBezTo>
                <a:cubicBezTo>
                  <a:pt x="0" y="282"/>
                  <a:pt x="2" y="300"/>
                  <a:pt x="6" y="317"/>
                </a:cubicBezTo>
                <a:cubicBezTo>
                  <a:pt x="9" y="334"/>
                  <a:pt x="14" y="350"/>
                  <a:pt x="21" y="366"/>
                </a:cubicBezTo>
                <a:cubicBezTo>
                  <a:pt x="27" y="383"/>
                  <a:pt x="35" y="399"/>
                  <a:pt x="45" y="413"/>
                </a:cubicBezTo>
                <a:cubicBezTo>
                  <a:pt x="56" y="428"/>
                  <a:pt x="67" y="441"/>
                  <a:pt x="79" y="453"/>
                </a:cubicBezTo>
                <a:cubicBezTo>
                  <a:pt x="91" y="465"/>
                  <a:pt x="105" y="476"/>
                  <a:pt x="119" y="486"/>
                </a:cubicBezTo>
                <a:cubicBezTo>
                  <a:pt x="134" y="496"/>
                  <a:pt x="149" y="504"/>
                  <a:pt x="165" y="511"/>
                </a:cubicBezTo>
                <a:cubicBezTo>
                  <a:pt x="181" y="517"/>
                  <a:pt x="197" y="522"/>
                  <a:pt x="214" y="526"/>
                </a:cubicBezTo>
                <a:cubicBezTo>
                  <a:pt x="232" y="529"/>
                  <a:pt x="249" y="531"/>
                  <a:pt x="266" y="531"/>
                </a:cubicBezTo>
                <a:moveTo>
                  <a:pt x="383" y="217"/>
                </a:moveTo>
                <a:lnTo>
                  <a:pt x="251" y="349"/>
                </a:lnTo>
                <a:cubicBezTo>
                  <a:pt x="241" y="359"/>
                  <a:pt x="225" y="359"/>
                  <a:pt x="216" y="349"/>
                </a:cubicBezTo>
                <a:lnTo>
                  <a:pt x="149" y="283"/>
                </a:lnTo>
                <a:cubicBezTo>
                  <a:pt x="140" y="273"/>
                  <a:pt x="140" y="257"/>
                  <a:pt x="149" y="248"/>
                </a:cubicBezTo>
                <a:cubicBezTo>
                  <a:pt x="159" y="238"/>
                  <a:pt x="175" y="238"/>
                  <a:pt x="184" y="248"/>
                </a:cubicBezTo>
                <a:lnTo>
                  <a:pt x="233" y="296"/>
                </a:lnTo>
                <a:lnTo>
                  <a:pt x="348" y="181"/>
                </a:lnTo>
                <a:cubicBezTo>
                  <a:pt x="357" y="172"/>
                  <a:pt x="373" y="172"/>
                  <a:pt x="383" y="181"/>
                </a:cubicBezTo>
                <a:cubicBezTo>
                  <a:pt x="392" y="191"/>
                  <a:pt x="392" y="207"/>
                  <a:pt x="383" y="216"/>
                </a:cubicBezTo>
                <a:lnTo>
                  <a:pt x="383" y="217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57200" y="1197055"/>
            <a:ext cx="1204200" cy="334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250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多文件编辑支持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1" name="任意多边形 100"/>
          <p:cNvSpPr/>
          <p:nvPr>
            <p:custDataLst>
              <p:tags r:id="rId3"/>
            </p:custDataLst>
          </p:nvPr>
        </p:nvSpPr>
        <p:spPr>
          <a:xfrm>
            <a:off x="479700" y="2367130"/>
            <a:ext cx="191160" cy="190800"/>
          </a:xfrm>
          <a:custGeom>
            <a:avLst/>
            <a:gdLst/>
            <a:ahLst/>
            <a:cxnLst/>
            <a:rect l="0" t="0" r="r" b="b"/>
            <a:pathLst>
              <a:path w="531" h="530">
                <a:moveTo>
                  <a:pt x="266" y="530"/>
                </a:moveTo>
                <a:cubicBezTo>
                  <a:pt x="283" y="530"/>
                  <a:pt x="301" y="528"/>
                  <a:pt x="318" y="525"/>
                </a:cubicBezTo>
                <a:cubicBezTo>
                  <a:pt x="335" y="522"/>
                  <a:pt x="351" y="517"/>
                  <a:pt x="367" y="510"/>
                </a:cubicBezTo>
                <a:cubicBezTo>
                  <a:pt x="383" y="503"/>
                  <a:pt x="399" y="495"/>
                  <a:pt x="413" y="485"/>
                </a:cubicBezTo>
                <a:cubicBezTo>
                  <a:pt x="428" y="476"/>
                  <a:pt x="441" y="465"/>
                  <a:pt x="453" y="453"/>
                </a:cubicBezTo>
                <a:cubicBezTo>
                  <a:pt x="465" y="440"/>
                  <a:pt x="476" y="427"/>
                  <a:pt x="486" y="412"/>
                </a:cubicBezTo>
                <a:cubicBezTo>
                  <a:pt x="496" y="398"/>
                  <a:pt x="504" y="383"/>
                  <a:pt x="511" y="367"/>
                </a:cubicBezTo>
                <a:cubicBezTo>
                  <a:pt x="517" y="351"/>
                  <a:pt x="522" y="334"/>
                  <a:pt x="526" y="317"/>
                </a:cubicBezTo>
                <a:cubicBezTo>
                  <a:pt x="529" y="299"/>
                  <a:pt x="531" y="282"/>
                  <a:pt x="531" y="264"/>
                </a:cubicBezTo>
                <a:cubicBezTo>
                  <a:pt x="531" y="247"/>
                  <a:pt x="529" y="230"/>
                  <a:pt x="526" y="213"/>
                </a:cubicBezTo>
                <a:cubicBezTo>
                  <a:pt x="522" y="196"/>
                  <a:pt x="517" y="179"/>
                  <a:pt x="511" y="163"/>
                </a:cubicBezTo>
                <a:cubicBezTo>
                  <a:pt x="504" y="147"/>
                  <a:pt x="496" y="132"/>
                  <a:pt x="486" y="118"/>
                </a:cubicBezTo>
                <a:cubicBezTo>
                  <a:pt x="476" y="103"/>
                  <a:pt x="465" y="90"/>
                  <a:pt x="453" y="77"/>
                </a:cubicBezTo>
                <a:cubicBezTo>
                  <a:pt x="441" y="65"/>
                  <a:pt x="428" y="54"/>
                  <a:pt x="413" y="45"/>
                </a:cubicBezTo>
                <a:cubicBezTo>
                  <a:pt x="399" y="35"/>
                  <a:pt x="383" y="27"/>
                  <a:pt x="367" y="20"/>
                </a:cubicBezTo>
                <a:cubicBezTo>
                  <a:pt x="351" y="13"/>
                  <a:pt x="335" y="8"/>
                  <a:pt x="318" y="5"/>
                </a:cubicBezTo>
                <a:cubicBezTo>
                  <a:pt x="301" y="2"/>
                  <a:pt x="283" y="0"/>
                  <a:pt x="266" y="0"/>
                </a:cubicBezTo>
                <a:cubicBezTo>
                  <a:pt x="249" y="0"/>
                  <a:pt x="232" y="2"/>
                  <a:pt x="214" y="5"/>
                </a:cubicBezTo>
                <a:cubicBezTo>
                  <a:pt x="197" y="8"/>
                  <a:pt x="181" y="13"/>
                  <a:pt x="165" y="20"/>
                </a:cubicBezTo>
                <a:cubicBezTo>
                  <a:pt x="149" y="27"/>
                  <a:pt x="134" y="35"/>
                  <a:pt x="119" y="45"/>
                </a:cubicBezTo>
                <a:cubicBezTo>
                  <a:pt x="105" y="54"/>
                  <a:pt x="91" y="65"/>
                  <a:pt x="79" y="77"/>
                </a:cubicBezTo>
                <a:cubicBezTo>
                  <a:pt x="67" y="90"/>
                  <a:pt x="56" y="103"/>
                  <a:pt x="45" y="118"/>
                </a:cubicBezTo>
                <a:cubicBezTo>
                  <a:pt x="35" y="132"/>
                  <a:pt x="27" y="147"/>
                  <a:pt x="21" y="163"/>
                </a:cubicBezTo>
                <a:cubicBezTo>
                  <a:pt x="14" y="179"/>
                  <a:pt x="9" y="196"/>
                  <a:pt x="6" y="213"/>
                </a:cubicBezTo>
                <a:cubicBezTo>
                  <a:pt x="2" y="230"/>
                  <a:pt x="0" y="247"/>
                  <a:pt x="0" y="264"/>
                </a:cubicBezTo>
                <a:cubicBezTo>
                  <a:pt x="0" y="282"/>
                  <a:pt x="2" y="299"/>
                  <a:pt x="6" y="317"/>
                </a:cubicBezTo>
                <a:cubicBezTo>
                  <a:pt x="9" y="334"/>
                  <a:pt x="14" y="351"/>
                  <a:pt x="21" y="367"/>
                </a:cubicBezTo>
                <a:cubicBezTo>
                  <a:pt x="27" y="383"/>
                  <a:pt x="35" y="398"/>
                  <a:pt x="45" y="412"/>
                </a:cubicBezTo>
                <a:cubicBezTo>
                  <a:pt x="56" y="427"/>
                  <a:pt x="67" y="440"/>
                  <a:pt x="79" y="453"/>
                </a:cubicBezTo>
                <a:cubicBezTo>
                  <a:pt x="91" y="465"/>
                  <a:pt x="105" y="476"/>
                  <a:pt x="119" y="485"/>
                </a:cubicBezTo>
                <a:cubicBezTo>
                  <a:pt x="134" y="495"/>
                  <a:pt x="149" y="503"/>
                  <a:pt x="165" y="510"/>
                </a:cubicBezTo>
                <a:cubicBezTo>
                  <a:pt x="181" y="517"/>
                  <a:pt x="197" y="522"/>
                  <a:pt x="214" y="525"/>
                </a:cubicBezTo>
                <a:cubicBezTo>
                  <a:pt x="232" y="528"/>
                  <a:pt x="249" y="530"/>
                  <a:pt x="266" y="530"/>
                </a:cubicBezTo>
                <a:moveTo>
                  <a:pt x="383" y="216"/>
                </a:moveTo>
                <a:lnTo>
                  <a:pt x="251" y="349"/>
                </a:lnTo>
                <a:cubicBezTo>
                  <a:pt x="241" y="359"/>
                  <a:pt x="225" y="359"/>
                  <a:pt x="216" y="349"/>
                </a:cubicBezTo>
                <a:lnTo>
                  <a:pt x="149" y="282"/>
                </a:lnTo>
                <a:cubicBezTo>
                  <a:pt x="140" y="272"/>
                  <a:pt x="140" y="257"/>
                  <a:pt x="149" y="247"/>
                </a:cubicBezTo>
                <a:cubicBezTo>
                  <a:pt x="159" y="237"/>
                  <a:pt x="175" y="237"/>
                  <a:pt x="184" y="247"/>
                </a:cubicBezTo>
                <a:lnTo>
                  <a:pt x="233" y="296"/>
                </a:lnTo>
                <a:lnTo>
                  <a:pt x="348" y="181"/>
                </a:lnTo>
                <a:cubicBezTo>
                  <a:pt x="357" y="171"/>
                  <a:pt x="373" y="171"/>
                  <a:pt x="383" y="181"/>
                </a:cubicBezTo>
                <a:cubicBezTo>
                  <a:pt x="392" y="190"/>
                  <a:pt x="392" y="206"/>
                  <a:pt x="383" y="216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2" name="文本框 101"/>
          <p:cNvSpPr txBox="1"/>
          <p:nvPr>
            <p:custDataLst>
              <p:tags r:id="rId4"/>
            </p:custDataLst>
          </p:nvPr>
        </p:nvSpPr>
        <p:spPr>
          <a:xfrm>
            <a:off x="766900" y="1700920"/>
            <a:ext cx="596011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多标签⻚</a:t>
            </a:r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：同时编辑多个文件，实现无缝切换与高效工作流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3" name="任意多边形 102"/>
          <p:cNvSpPr/>
          <p:nvPr>
            <p:custDataLst>
              <p:tags r:id="rId5"/>
            </p:custDataLst>
          </p:nvPr>
        </p:nvSpPr>
        <p:spPr>
          <a:xfrm>
            <a:off x="456840" y="4941465"/>
            <a:ext cx="191160" cy="190800"/>
          </a:xfrm>
          <a:custGeom>
            <a:avLst/>
            <a:gdLst/>
            <a:ahLst/>
            <a:cxnLst/>
            <a:rect l="0" t="0" r="r" b="b"/>
            <a:pathLst>
              <a:path w="531" h="530">
                <a:moveTo>
                  <a:pt x="266" y="530"/>
                </a:moveTo>
                <a:cubicBezTo>
                  <a:pt x="283" y="530"/>
                  <a:pt x="301" y="528"/>
                  <a:pt x="318" y="525"/>
                </a:cubicBezTo>
                <a:cubicBezTo>
                  <a:pt x="335" y="521"/>
                  <a:pt x="351" y="516"/>
                  <a:pt x="367" y="510"/>
                </a:cubicBezTo>
                <a:cubicBezTo>
                  <a:pt x="383" y="503"/>
                  <a:pt x="399" y="495"/>
                  <a:pt x="413" y="485"/>
                </a:cubicBezTo>
                <a:cubicBezTo>
                  <a:pt x="428" y="476"/>
                  <a:pt x="441" y="465"/>
                  <a:pt x="453" y="452"/>
                </a:cubicBezTo>
                <a:cubicBezTo>
                  <a:pt x="465" y="440"/>
                  <a:pt x="476" y="427"/>
                  <a:pt x="486" y="412"/>
                </a:cubicBezTo>
                <a:cubicBezTo>
                  <a:pt x="496" y="398"/>
                  <a:pt x="504" y="383"/>
                  <a:pt x="511" y="367"/>
                </a:cubicBezTo>
                <a:cubicBezTo>
                  <a:pt x="517" y="351"/>
                  <a:pt x="522" y="334"/>
                  <a:pt x="526" y="317"/>
                </a:cubicBezTo>
                <a:cubicBezTo>
                  <a:pt x="529" y="300"/>
                  <a:pt x="531" y="283"/>
                  <a:pt x="531" y="265"/>
                </a:cubicBezTo>
                <a:cubicBezTo>
                  <a:pt x="531" y="248"/>
                  <a:pt x="529" y="230"/>
                  <a:pt x="526" y="213"/>
                </a:cubicBezTo>
                <a:cubicBezTo>
                  <a:pt x="522" y="196"/>
                  <a:pt x="517" y="179"/>
                  <a:pt x="511" y="163"/>
                </a:cubicBezTo>
                <a:cubicBezTo>
                  <a:pt x="504" y="147"/>
                  <a:pt x="496" y="132"/>
                  <a:pt x="486" y="117"/>
                </a:cubicBezTo>
                <a:cubicBezTo>
                  <a:pt x="476" y="103"/>
                  <a:pt x="465" y="90"/>
                  <a:pt x="453" y="77"/>
                </a:cubicBezTo>
                <a:cubicBezTo>
                  <a:pt x="441" y="65"/>
                  <a:pt x="428" y="54"/>
                  <a:pt x="413" y="44"/>
                </a:cubicBezTo>
                <a:cubicBezTo>
                  <a:pt x="399" y="35"/>
                  <a:pt x="383" y="27"/>
                  <a:pt x="367" y="20"/>
                </a:cubicBezTo>
                <a:cubicBezTo>
                  <a:pt x="351" y="13"/>
                  <a:pt x="335" y="8"/>
                  <a:pt x="318" y="5"/>
                </a:cubicBezTo>
                <a:cubicBezTo>
                  <a:pt x="301" y="1"/>
                  <a:pt x="283" y="0"/>
                  <a:pt x="266" y="0"/>
                </a:cubicBezTo>
                <a:cubicBezTo>
                  <a:pt x="249" y="0"/>
                  <a:pt x="232" y="1"/>
                  <a:pt x="214" y="5"/>
                </a:cubicBezTo>
                <a:cubicBezTo>
                  <a:pt x="197" y="8"/>
                  <a:pt x="181" y="13"/>
                  <a:pt x="165" y="20"/>
                </a:cubicBezTo>
                <a:cubicBezTo>
                  <a:pt x="149" y="27"/>
                  <a:pt x="134" y="35"/>
                  <a:pt x="119" y="44"/>
                </a:cubicBezTo>
                <a:cubicBezTo>
                  <a:pt x="105" y="54"/>
                  <a:pt x="91" y="65"/>
                  <a:pt x="79" y="77"/>
                </a:cubicBezTo>
                <a:cubicBezTo>
                  <a:pt x="67" y="90"/>
                  <a:pt x="56" y="103"/>
                  <a:pt x="45" y="117"/>
                </a:cubicBezTo>
                <a:cubicBezTo>
                  <a:pt x="35" y="132"/>
                  <a:pt x="27" y="147"/>
                  <a:pt x="21" y="163"/>
                </a:cubicBezTo>
                <a:cubicBezTo>
                  <a:pt x="14" y="179"/>
                  <a:pt x="9" y="196"/>
                  <a:pt x="6" y="213"/>
                </a:cubicBezTo>
                <a:cubicBezTo>
                  <a:pt x="2" y="230"/>
                  <a:pt x="0" y="248"/>
                  <a:pt x="0" y="265"/>
                </a:cubicBezTo>
                <a:cubicBezTo>
                  <a:pt x="0" y="283"/>
                  <a:pt x="2" y="300"/>
                  <a:pt x="6" y="317"/>
                </a:cubicBezTo>
                <a:cubicBezTo>
                  <a:pt x="9" y="334"/>
                  <a:pt x="14" y="351"/>
                  <a:pt x="21" y="367"/>
                </a:cubicBezTo>
                <a:cubicBezTo>
                  <a:pt x="27" y="383"/>
                  <a:pt x="35" y="398"/>
                  <a:pt x="45" y="412"/>
                </a:cubicBezTo>
                <a:cubicBezTo>
                  <a:pt x="56" y="427"/>
                  <a:pt x="67" y="440"/>
                  <a:pt x="79" y="452"/>
                </a:cubicBezTo>
                <a:cubicBezTo>
                  <a:pt x="91" y="465"/>
                  <a:pt x="105" y="476"/>
                  <a:pt x="119" y="485"/>
                </a:cubicBezTo>
                <a:cubicBezTo>
                  <a:pt x="134" y="495"/>
                  <a:pt x="149" y="503"/>
                  <a:pt x="165" y="510"/>
                </a:cubicBezTo>
                <a:cubicBezTo>
                  <a:pt x="181" y="516"/>
                  <a:pt x="197" y="521"/>
                  <a:pt x="214" y="525"/>
                </a:cubicBezTo>
                <a:cubicBezTo>
                  <a:pt x="232" y="528"/>
                  <a:pt x="249" y="530"/>
                  <a:pt x="266" y="530"/>
                </a:cubicBezTo>
                <a:moveTo>
                  <a:pt x="383" y="216"/>
                </a:moveTo>
                <a:lnTo>
                  <a:pt x="251" y="349"/>
                </a:lnTo>
                <a:cubicBezTo>
                  <a:pt x="241" y="359"/>
                  <a:pt x="225" y="359"/>
                  <a:pt x="216" y="349"/>
                </a:cubicBezTo>
                <a:lnTo>
                  <a:pt x="149" y="283"/>
                </a:lnTo>
                <a:cubicBezTo>
                  <a:pt x="140" y="273"/>
                  <a:pt x="140" y="258"/>
                  <a:pt x="149" y="248"/>
                </a:cubicBezTo>
                <a:cubicBezTo>
                  <a:pt x="159" y="238"/>
                  <a:pt x="175" y="238"/>
                  <a:pt x="184" y="248"/>
                </a:cubicBezTo>
                <a:lnTo>
                  <a:pt x="233" y="296"/>
                </a:lnTo>
                <a:lnTo>
                  <a:pt x="348" y="181"/>
                </a:lnTo>
                <a:cubicBezTo>
                  <a:pt x="357" y="171"/>
                  <a:pt x="373" y="171"/>
                  <a:pt x="383" y="181"/>
                </a:cubicBezTo>
                <a:cubicBezTo>
                  <a:pt x="392" y="190"/>
                  <a:pt x="392" y="206"/>
                  <a:pt x="383" y="216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4" name="文本框 103"/>
          <p:cNvSpPr txBox="1"/>
          <p:nvPr>
            <p:custDataLst>
              <p:tags r:id="rId6"/>
            </p:custDataLst>
          </p:nvPr>
        </p:nvSpPr>
        <p:spPr>
          <a:xfrm>
            <a:off x="767080" y="2277110"/>
            <a:ext cx="8148955" cy="3708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r>
              <a:rPr lang="zh-CN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文件操作</a:t>
            </a:r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：新建文件 - 菜单：`文件 -&gt; 新建` - 快捷键：`Ctrl+N` - 功能：创建新的空白 C 文件，默认包含 Hello World 示例代码 - 新建文件默认名称为"未命名"，标题栏显示为"TinyIDE - 未命名" 。</a:t>
            </a:r>
            <a:endParaRPr lang="zh-CN" b="1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打开文件 - 菜单：`文件 -&gt; 打开` - 快捷键：`Ctrl+O` - 功能：打开已存在的 C 文件（*.c）或其他文本文件 - 支持通过文件选择对话框浏览并选择文件 </a:t>
            </a:r>
            <a:endParaRPr lang="zh-CN" b="1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保存文件 - 菜单：`文件 -&gt; 保存` - 快捷键：`Ctrl+S` - 功能：保存当前编辑的文件 - 对于新文件（未命名），会自动调用"另存为"功能 </a:t>
            </a:r>
            <a:endParaRPr lang="zh-CN" b="1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  <a:p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另存为 - 菜单：`文件 -&gt; 另存为` - 快捷键：`Ctrl+Shift+S` - 功能：将当前文件保存到指定位置 - 自动为无扩展名的文件添加 `.c` 扩展名 </a:t>
            </a:r>
            <a:endParaRPr lang="zh-CN" b="1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05" name="任意多边形 104"/>
          <p:cNvSpPr/>
          <p:nvPr>
            <p:custDataLst>
              <p:tags r:id="rId7"/>
            </p:custDataLst>
          </p:nvPr>
        </p:nvSpPr>
        <p:spPr>
          <a:xfrm>
            <a:off x="456840" y="5517260"/>
            <a:ext cx="191160" cy="190800"/>
          </a:xfrm>
          <a:custGeom>
            <a:avLst/>
            <a:gdLst/>
            <a:ahLst/>
            <a:cxnLst/>
            <a:rect l="0" t="0" r="r" b="b"/>
            <a:pathLst>
              <a:path w="531" h="530">
                <a:moveTo>
                  <a:pt x="266" y="530"/>
                </a:moveTo>
                <a:cubicBezTo>
                  <a:pt x="283" y="530"/>
                  <a:pt x="301" y="529"/>
                  <a:pt x="318" y="525"/>
                </a:cubicBezTo>
                <a:cubicBezTo>
                  <a:pt x="335" y="522"/>
                  <a:pt x="351" y="517"/>
                  <a:pt x="367" y="510"/>
                </a:cubicBezTo>
                <a:cubicBezTo>
                  <a:pt x="383" y="504"/>
                  <a:pt x="399" y="495"/>
                  <a:pt x="413" y="486"/>
                </a:cubicBezTo>
                <a:cubicBezTo>
                  <a:pt x="428" y="476"/>
                  <a:pt x="441" y="465"/>
                  <a:pt x="453" y="453"/>
                </a:cubicBezTo>
                <a:cubicBezTo>
                  <a:pt x="465" y="441"/>
                  <a:pt x="476" y="427"/>
                  <a:pt x="486" y="413"/>
                </a:cubicBezTo>
                <a:cubicBezTo>
                  <a:pt x="496" y="398"/>
                  <a:pt x="504" y="383"/>
                  <a:pt x="511" y="367"/>
                </a:cubicBezTo>
                <a:cubicBezTo>
                  <a:pt x="517" y="351"/>
                  <a:pt x="522" y="334"/>
                  <a:pt x="526" y="317"/>
                </a:cubicBezTo>
                <a:cubicBezTo>
                  <a:pt x="529" y="300"/>
                  <a:pt x="531" y="283"/>
                  <a:pt x="531" y="266"/>
                </a:cubicBezTo>
                <a:cubicBezTo>
                  <a:pt x="531" y="248"/>
                  <a:pt x="529" y="231"/>
                  <a:pt x="526" y="214"/>
                </a:cubicBezTo>
                <a:cubicBezTo>
                  <a:pt x="522" y="197"/>
                  <a:pt x="517" y="180"/>
                  <a:pt x="511" y="164"/>
                </a:cubicBezTo>
                <a:cubicBezTo>
                  <a:pt x="504" y="147"/>
                  <a:pt x="496" y="132"/>
                  <a:pt x="486" y="118"/>
                </a:cubicBezTo>
                <a:cubicBezTo>
                  <a:pt x="476" y="103"/>
                  <a:pt x="465" y="90"/>
                  <a:pt x="453" y="78"/>
                </a:cubicBezTo>
                <a:cubicBezTo>
                  <a:pt x="441" y="65"/>
                  <a:pt x="428" y="54"/>
                  <a:pt x="413" y="45"/>
                </a:cubicBezTo>
                <a:cubicBezTo>
                  <a:pt x="399" y="35"/>
                  <a:pt x="383" y="27"/>
                  <a:pt x="367" y="20"/>
                </a:cubicBezTo>
                <a:cubicBezTo>
                  <a:pt x="351" y="14"/>
                  <a:pt x="335" y="9"/>
                  <a:pt x="318" y="5"/>
                </a:cubicBezTo>
                <a:cubicBezTo>
                  <a:pt x="301" y="2"/>
                  <a:pt x="283" y="0"/>
                  <a:pt x="266" y="0"/>
                </a:cubicBezTo>
                <a:cubicBezTo>
                  <a:pt x="249" y="0"/>
                  <a:pt x="232" y="2"/>
                  <a:pt x="214" y="5"/>
                </a:cubicBezTo>
                <a:cubicBezTo>
                  <a:pt x="197" y="9"/>
                  <a:pt x="181" y="14"/>
                  <a:pt x="165" y="20"/>
                </a:cubicBezTo>
                <a:cubicBezTo>
                  <a:pt x="149" y="27"/>
                  <a:pt x="134" y="35"/>
                  <a:pt x="119" y="45"/>
                </a:cubicBezTo>
                <a:cubicBezTo>
                  <a:pt x="105" y="54"/>
                  <a:pt x="91" y="65"/>
                  <a:pt x="79" y="78"/>
                </a:cubicBezTo>
                <a:cubicBezTo>
                  <a:pt x="67" y="90"/>
                  <a:pt x="56" y="103"/>
                  <a:pt x="45" y="118"/>
                </a:cubicBezTo>
                <a:cubicBezTo>
                  <a:pt x="35" y="132"/>
                  <a:pt x="27" y="147"/>
                  <a:pt x="21" y="164"/>
                </a:cubicBezTo>
                <a:cubicBezTo>
                  <a:pt x="14" y="180"/>
                  <a:pt x="9" y="197"/>
                  <a:pt x="6" y="214"/>
                </a:cubicBezTo>
                <a:cubicBezTo>
                  <a:pt x="2" y="231"/>
                  <a:pt x="0" y="248"/>
                  <a:pt x="0" y="266"/>
                </a:cubicBezTo>
                <a:cubicBezTo>
                  <a:pt x="0" y="283"/>
                  <a:pt x="2" y="300"/>
                  <a:pt x="6" y="317"/>
                </a:cubicBezTo>
                <a:cubicBezTo>
                  <a:pt x="9" y="334"/>
                  <a:pt x="14" y="351"/>
                  <a:pt x="21" y="367"/>
                </a:cubicBezTo>
                <a:cubicBezTo>
                  <a:pt x="27" y="383"/>
                  <a:pt x="35" y="398"/>
                  <a:pt x="45" y="413"/>
                </a:cubicBezTo>
                <a:cubicBezTo>
                  <a:pt x="56" y="427"/>
                  <a:pt x="67" y="441"/>
                  <a:pt x="79" y="453"/>
                </a:cubicBezTo>
                <a:cubicBezTo>
                  <a:pt x="91" y="465"/>
                  <a:pt x="105" y="476"/>
                  <a:pt x="119" y="486"/>
                </a:cubicBezTo>
                <a:cubicBezTo>
                  <a:pt x="134" y="495"/>
                  <a:pt x="149" y="504"/>
                  <a:pt x="165" y="510"/>
                </a:cubicBezTo>
                <a:cubicBezTo>
                  <a:pt x="181" y="517"/>
                  <a:pt x="197" y="522"/>
                  <a:pt x="214" y="525"/>
                </a:cubicBezTo>
                <a:cubicBezTo>
                  <a:pt x="232" y="529"/>
                  <a:pt x="249" y="530"/>
                  <a:pt x="266" y="530"/>
                </a:cubicBezTo>
                <a:moveTo>
                  <a:pt x="383" y="217"/>
                </a:moveTo>
                <a:lnTo>
                  <a:pt x="251" y="350"/>
                </a:lnTo>
                <a:cubicBezTo>
                  <a:pt x="241" y="359"/>
                  <a:pt x="225" y="359"/>
                  <a:pt x="216" y="350"/>
                </a:cubicBezTo>
                <a:lnTo>
                  <a:pt x="149" y="283"/>
                </a:lnTo>
                <a:cubicBezTo>
                  <a:pt x="140" y="274"/>
                  <a:pt x="140" y="258"/>
                  <a:pt x="149" y="248"/>
                </a:cubicBezTo>
                <a:cubicBezTo>
                  <a:pt x="159" y="239"/>
                  <a:pt x="175" y="239"/>
                  <a:pt x="184" y="248"/>
                </a:cubicBezTo>
                <a:lnTo>
                  <a:pt x="233" y="297"/>
                </a:lnTo>
                <a:lnTo>
                  <a:pt x="348" y="181"/>
                </a:lnTo>
                <a:cubicBezTo>
                  <a:pt x="357" y="171"/>
                  <a:pt x="373" y="171"/>
                  <a:pt x="383" y="181"/>
                </a:cubicBezTo>
                <a:cubicBezTo>
                  <a:pt x="392" y="192"/>
                  <a:pt x="392" y="208"/>
                  <a:pt x="383" y="217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6" name="文本框 105"/>
          <p:cNvSpPr txBox="1"/>
          <p:nvPr>
            <p:custDataLst>
              <p:tags r:id="rId8"/>
            </p:custDataLst>
          </p:nvPr>
        </p:nvSpPr>
        <p:spPr>
          <a:xfrm>
            <a:off x="766900" y="4896135"/>
            <a:ext cx="687705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状态管理</a:t>
            </a:r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：自动跟踪文件修改状态，确保用戶随时了解文档最新情况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7" name="文本框 106"/>
          <p:cNvSpPr txBox="1"/>
          <p:nvPr>
            <p:custDataLst>
              <p:tags r:id="rId9"/>
            </p:custDataLst>
          </p:nvPr>
        </p:nvSpPr>
        <p:spPr>
          <a:xfrm>
            <a:off x="767080" y="5520055"/>
            <a:ext cx="10454005" cy="755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pPr algn="l"/>
            <a:r>
              <a:rPr lang="zh-CN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变更提示</a:t>
            </a:r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：对未保存的文件进行实时视觉标记，防止意外数据丢失。未保存的文件在标签页标题后显示 `*` 标记 </a:t>
            </a:r>
            <a:endParaRPr lang="zh-CN" b="1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  <a:p>
            <a:pPr algn="l"/>
            <a:r>
              <a:rPr lang="zh-CN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-切换标签页时，窗口标题会实时更新为当前文件名 </a:t>
            </a:r>
            <a:endParaRPr lang="zh-CN" b="1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0"/>
          <a:stretch>
            <a:fillRect/>
          </a:stretch>
        </p:blipFill>
        <p:spPr>
          <a:xfrm>
            <a:off x="9012555" y="116840"/>
            <a:ext cx="2261235" cy="1792605"/>
          </a:xfrm>
          <a:prstGeom prst="rect">
            <a:avLst/>
          </a:prstGeom>
        </p:spPr>
      </p:pic>
      <p:pic>
        <p:nvPicPr>
          <p:cNvPr id="8" name="图片 8" descr="d9f30b0642e5d285d8676198ae43ad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2555" y="2205355"/>
            <a:ext cx="2498090" cy="1558925"/>
          </a:xfrm>
          <a:prstGeom prst="rect">
            <a:avLst/>
          </a:prstGeom>
        </p:spPr>
      </p:pic>
      <p:pic>
        <p:nvPicPr>
          <p:cNvPr id="9" name="图片 9" descr="42173816cf4cb6e99ad1aab42fa95b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12555" y="4077335"/>
            <a:ext cx="2498090" cy="1301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任意多边形 1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09" name="任意多边形 1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10" name="图片 109"/>
          <p:cNvPicPr/>
          <p:nvPr/>
        </p:nvPicPr>
        <p:blipFill>
          <a:blip r:embed="rId1"/>
          <a:stretch>
            <a:fillRect/>
          </a:stretch>
        </p:blipFill>
        <p:spPr>
          <a:xfrm>
            <a:off x="6095880" y="0"/>
            <a:ext cx="6095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任意多边形 110"/>
          <p:cNvSpPr/>
          <p:nvPr/>
        </p:nvSpPr>
        <p:spPr>
          <a:xfrm>
            <a:off x="456840" y="92376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4"/>
                </a:cubicBezTo>
                <a:cubicBezTo>
                  <a:pt x="7" y="27"/>
                  <a:pt x="11" y="21"/>
                  <a:pt x="16" y="16"/>
                </a:cubicBezTo>
                <a:cubicBezTo>
                  <a:pt x="21" y="11"/>
                  <a:pt x="27" y="8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8"/>
                  <a:pt x="2098" y="11"/>
                  <a:pt x="2103" y="16"/>
                </a:cubicBezTo>
                <a:cubicBezTo>
                  <a:pt x="2108" y="21"/>
                  <a:pt x="2111" y="27"/>
                  <a:pt x="2114" y="34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1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1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2" name="任意多边形 111"/>
          <p:cNvSpPr/>
          <p:nvPr/>
        </p:nvSpPr>
        <p:spPr>
          <a:xfrm>
            <a:off x="456840" y="525960"/>
            <a:ext cx="386280" cy="300600"/>
          </a:xfrm>
          <a:custGeom>
            <a:avLst/>
            <a:gdLst/>
            <a:ahLst/>
            <a:cxnLst/>
            <a:rect l="0" t="0" r="r" b="b"/>
            <a:pathLst>
              <a:path w="1073" h="835">
                <a:moveTo>
                  <a:pt x="388" y="90"/>
                </a:moveTo>
                <a:cubicBezTo>
                  <a:pt x="388" y="40"/>
                  <a:pt x="428" y="0"/>
                  <a:pt x="478" y="0"/>
                </a:cubicBezTo>
                <a:lnTo>
                  <a:pt x="597" y="0"/>
                </a:lnTo>
                <a:cubicBezTo>
                  <a:pt x="646" y="0"/>
                  <a:pt x="686" y="40"/>
                  <a:pt x="686" y="90"/>
                </a:cubicBezTo>
                <a:lnTo>
                  <a:pt x="686" y="209"/>
                </a:lnTo>
                <a:cubicBezTo>
                  <a:pt x="686" y="258"/>
                  <a:pt x="646" y="298"/>
                  <a:pt x="597" y="298"/>
                </a:cubicBezTo>
                <a:lnTo>
                  <a:pt x="582" y="298"/>
                </a:lnTo>
                <a:lnTo>
                  <a:pt x="582" y="372"/>
                </a:lnTo>
                <a:lnTo>
                  <a:pt x="865" y="372"/>
                </a:lnTo>
                <a:cubicBezTo>
                  <a:pt x="922" y="372"/>
                  <a:pt x="969" y="419"/>
                  <a:pt x="969" y="477"/>
                </a:cubicBezTo>
                <a:lnTo>
                  <a:pt x="969" y="536"/>
                </a:lnTo>
                <a:lnTo>
                  <a:pt x="984" y="536"/>
                </a:lnTo>
                <a:cubicBezTo>
                  <a:pt x="1033" y="536"/>
                  <a:pt x="1073" y="576"/>
                  <a:pt x="1073" y="626"/>
                </a:cubicBezTo>
                <a:lnTo>
                  <a:pt x="1073" y="745"/>
                </a:lnTo>
                <a:cubicBezTo>
                  <a:pt x="1073" y="795"/>
                  <a:pt x="1033" y="835"/>
                  <a:pt x="984" y="835"/>
                </a:cubicBezTo>
                <a:lnTo>
                  <a:pt x="865" y="835"/>
                </a:lnTo>
                <a:cubicBezTo>
                  <a:pt x="815" y="835"/>
                  <a:pt x="775" y="795"/>
                  <a:pt x="775" y="745"/>
                </a:cubicBezTo>
                <a:lnTo>
                  <a:pt x="775" y="626"/>
                </a:lnTo>
                <a:cubicBezTo>
                  <a:pt x="775" y="576"/>
                  <a:pt x="815" y="536"/>
                  <a:pt x="865" y="536"/>
                </a:cubicBezTo>
                <a:lnTo>
                  <a:pt x="880" y="536"/>
                </a:lnTo>
                <a:lnTo>
                  <a:pt x="880" y="477"/>
                </a:lnTo>
                <a:cubicBezTo>
                  <a:pt x="880" y="468"/>
                  <a:pt x="873" y="462"/>
                  <a:pt x="865" y="462"/>
                </a:cubicBezTo>
                <a:lnTo>
                  <a:pt x="582" y="462"/>
                </a:lnTo>
                <a:lnTo>
                  <a:pt x="582" y="536"/>
                </a:lnTo>
                <a:lnTo>
                  <a:pt x="597" y="536"/>
                </a:lnTo>
                <a:cubicBezTo>
                  <a:pt x="646" y="536"/>
                  <a:pt x="686" y="576"/>
                  <a:pt x="686" y="626"/>
                </a:cubicBezTo>
                <a:lnTo>
                  <a:pt x="686" y="745"/>
                </a:lnTo>
                <a:cubicBezTo>
                  <a:pt x="686" y="795"/>
                  <a:pt x="646" y="835"/>
                  <a:pt x="597" y="835"/>
                </a:cubicBezTo>
                <a:lnTo>
                  <a:pt x="478" y="835"/>
                </a:lnTo>
                <a:cubicBezTo>
                  <a:pt x="428" y="835"/>
                  <a:pt x="388" y="795"/>
                  <a:pt x="388" y="745"/>
                </a:cubicBezTo>
                <a:lnTo>
                  <a:pt x="388" y="626"/>
                </a:lnTo>
                <a:cubicBezTo>
                  <a:pt x="388" y="576"/>
                  <a:pt x="428" y="536"/>
                  <a:pt x="478" y="536"/>
                </a:cubicBezTo>
                <a:lnTo>
                  <a:pt x="493" y="536"/>
                </a:lnTo>
                <a:lnTo>
                  <a:pt x="493" y="462"/>
                </a:lnTo>
                <a:lnTo>
                  <a:pt x="209" y="462"/>
                </a:lnTo>
                <a:cubicBezTo>
                  <a:pt x="201" y="462"/>
                  <a:pt x="194" y="468"/>
                  <a:pt x="194" y="477"/>
                </a:cubicBezTo>
                <a:lnTo>
                  <a:pt x="194" y="536"/>
                </a:lnTo>
                <a:lnTo>
                  <a:pt x="209" y="536"/>
                </a:lnTo>
                <a:cubicBezTo>
                  <a:pt x="258" y="536"/>
                  <a:pt x="298" y="576"/>
                  <a:pt x="298" y="626"/>
                </a:cubicBezTo>
                <a:lnTo>
                  <a:pt x="298" y="745"/>
                </a:lnTo>
                <a:cubicBezTo>
                  <a:pt x="298" y="795"/>
                  <a:pt x="258" y="835"/>
                  <a:pt x="209" y="835"/>
                </a:cubicBezTo>
                <a:lnTo>
                  <a:pt x="90" y="835"/>
                </a:lnTo>
                <a:cubicBezTo>
                  <a:pt x="40" y="835"/>
                  <a:pt x="0" y="795"/>
                  <a:pt x="0" y="745"/>
                </a:cubicBezTo>
                <a:lnTo>
                  <a:pt x="0" y="626"/>
                </a:lnTo>
                <a:cubicBezTo>
                  <a:pt x="0" y="576"/>
                  <a:pt x="40" y="536"/>
                  <a:pt x="90" y="536"/>
                </a:cubicBezTo>
                <a:lnTo>
                  <a:pt x="105" y="536"/>
                </a:lnTo>
                <a:lnTo>
                  <a:pt x="105" y="477"/>
                </a:lnTo>
                <a:cubicBezTo>
                  <a:pt x="105" y="419"/>
                  <a:pt x="151" y="372"/>
                  <a:pt x="209" y="372"/>
                </a:cubicBezTo>
                <a:lnTo>
                  <a:pt x="493" y="372"/>
                </a:lnTo>
                <a:lnTo>
                  <a:pt x="493" y="298"/>
                </a:lnTo>
                <a:lnTo>
                  <a:pt x="478" y="298"/>
                </a:lnTo>
                <a:cubicBezTo>
                  <a:pt x="428" y="298"/>
                  <a:pt x="388" y="258"/>
                  <a:pt x="388" y="209"/>
                </a:cubicBezTo>
                <a:lnTo>
                  <a:pt x="388" y="90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3" name="任意多边形 112"/>
          <p:cNvSpPr/>
          <p:nvPr/>
        </p:nvSpPr>
        <p:spPr>
          <a:xfrm>
            <a:off x="456565" y="2772410"/>
            <a:ext cx="5356860" cy="1490345"/>
          </a:xfrm>
          <a:custGeom>
            <a:avLst/>
            <a:gdLst/>
            <a:ahLst/>
            <a:cxnLst/>
            <a:rect l="0" t="0" r="r" b="b"/>
            <a:pathLst>
              <a:path w="15108" h="4049">
                <a:moveTo>
                  <a:pt x="0" y="3851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4910" y="0"/>
                </a:lnTo>
                <a:cubicBezTo>
                  <a:pt x="14923" y="0"/>
                  <a:pt x="14936" y="1"/>
                  <a:pt x="14949" y="4"/>
                </a:cubicBezTo>
                <a:cubicBezTo>
                  <a:pt x="14961" y="7"/>
                  <a:pt x="14974" y="10"/>
                  <a:pt x="14986" y="15"/>
                </a:cubicBezTo>
                <a:cubicBezTo>
                  <a:pt x="14998" y="20"/>
                  <a:pt x="15009" y="26"/>
                  <a:pt x="15020" y="34"/>
                </a:cubicBezTo>
                <a:cubicBezTo>
                  <a:pt x="15031" y="41"/>
                  <a:pt x="15041" y="49"/>
                  <a:pt x="15050" y="58"/>
                </a:cubicBezTo>
                <a:cubicBezTo>
                  <a:pt x="15060" y="68"/>
                  <a:pt x="15068" y="78"/>
                  <a:pt x="15075" y="88"/>
                </a:cubicBezTo>
                <a:cubicBezTo>
                  <a:pt x="15082" y="99"/>
                  <a:pt x="15088" y="111"/>
                  <a:pt x="15093" y="123"/>
                </a:cubicBezTo>
                <a:cubicBezTo>
                  <a:pt x="15098" y="135"/>
                  <a:pt x="15102" y="147"/>
                  <a:pt x="15105" y="160"/>
                </a:cubicBezTo>
                <a:cubicBezTo>
                  <a:pt x="15107" y="173"/>
                  <a:pt x="15108" y="186"/>
                  <a:pt x="15108" y="199"/>
                </a:cubicBezTo>
                <a:lnTo>
                  <a:pt x="15108" y="3851"/>
                </a:lnTo>
                <a:cubicBezTo>
                  <a:pt x="15108" y="3864"/>
                  <a:pt x="15107" y="3877"/>
                  <a:pt x="15105" y="3890"/>
                </a:cubicBezTo>
                <a:cubicBezTo>
                  <a:pt x="15102" y="3902"/>
                  <a:pt x="15098" y="3915"/>
                  <a:pt x="15093" y="3927"/>
                </a:cubicBezTo>
                <a:cubicBezTo>
                  <a:pt x="15088" y="3939"/>
                  <a:pt x="15082" y="3950"/>
                  <a:pt x="15075" y="3961"/>
                </a:cubicBezTo>
                <a:cubicBezTo>
                  <a:pt x="15068" y="3972"/>
                  <a:pt x="15060" y="3982"/>
                  <a:pt x="15050" y="3991"/>
                </a:cubicBezTo>
                <a:cubicBezTo>
                  <a:pt x="15041" y="4000"/>
                  <a:pt x="15031" y="4009"/>
                  <a:pt x="15020" y="4016"/>
                </a:cubicBezTo>
                <a:cubicBezTo>
                  <a:pt x="15009" y="4023"/>
                  <a:pt x="14998" y="4029"/>
                  <a:pt x="14986" y="4034"/>
                </a:cubicBezTo>
                <a:cubicBezTo>
                  <a:pt x="14974" y="4039"/>
                  <a:pt x="14961" y="4043"/>
                  <a:pt x="14949" y="4045"/>
                </a:cubicBezTo>
                <a:cubicBezTo>
                  <a:pt x="14936" y="4048"/>
                  <a:pt x="14923" y="4049"/>
                  <a:pt x="14910" y="4049"/>
                </a:cubicBezTo>
                <a:lnTo>
                  <a:pt x="198" y="4049"/>
                </a:lnTo>
                <a:cubicBezTo>
                  <a:pt x="185" y="4049"/>
                  <a:pt x="172" y="4048"/>
                  <a:pt x="159" y="4045"/>
                </a:cubicBezTo>
                <a:cubicBezTo>
                  <a:pt x="147" y="4043"/>
                  <a:pt x="134" y="4039"/>
                  <a:pt x="122" y="4034"/>
                </a:cubicBezTo>
                <a:cubicBezTo>
                  <a:pt x="110" y="4029"/>
                  <a:pt x="99" y="4023"/>
                  <a:pt x="88" y="4016"/>
                </a:cubicBezTo>
                <a:cubicBezTo>
                  <a:pt x="77" y="4009"/>
                  <a:pt x="67" y="4000"/>
                  <a:pt x="58" y="3991"/>
                </a:cubicBezTo>
                <a:cubicBezTo>
                  <a:pt x="49" y="3982"/>
                  <a:pt x="40" y="3972"/>
                  <a:pt x="33" y="3961"/>
                </a:cubicBezTo>
                <a:cubicBezTo>
                  <a:pt x="26" y="3950"/>
                  <a:pt x="20" y="3939"/>
                  <a:pt x="15" y="3927"/>
                </a:cubicBezTo>
                <a:cubicBezTo>
                  <a:pt x="10" y="3915"/>
                  <a:pt x="6" y="3902"/>
                  <a:pt x="4" y="3890"/>
                </a:cubicBezTo>
                <a:cubicBezTo>
                  <a:pt x="1" y="3877"/>
                  <a:pt x="0" y="3864"/>
                  <a:pt x="0" y="3851"/>
                </a:cubicBezTo>
                <a:close/>
              </a:path>
            </a:pathLst>
          </a:custGeom>
          <a:solidFill>
            <a:srgbClr val="0F172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4" name="任意多边形 113"/>
          <p:cNvSpPr/>
          <p:nvPr/>
        </p:nvSpPr>
        <p:spPr>
          <a:xfrm>
            <a:off x="461645" y="2757170"/>
            <a:ext cx="5438775" cy="1743075"/>
          </a:xfrm>
          <a:custGeom>
            <a:avLst/>
            <a:gdLst/>
            <a:ahLst/>
            <a:cxnLst/>
            <a:rect l="0" t="0" r="r" b="b"/>
            <a:pathLst>
              <a:path w="15108" h="4049" fill="none">
                <a:moveTo>
                  <a:pt x="0" y="3851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8"/>
                </a:cubicBezTo>
                <a:cubicBezTo>
                  <a:pt x="40" y="78"/>
                  <a:pt x="49" y="68"/>
                  <a:pt x="58" y="58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7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4910" y="0"/>
                </a:lnTo>
                <a:cubicBezTo>
                  <a:pt x="14923" y="0"/>
                  <a:pt x="14936" y="1"/>
                  <a:pt x="14949" y="4"/>
                </a:cubicBezTo>
                <a:cubicBezTo>
                  <a:pt x="14961" y="7"/>
                  <a:pt x="14974" y="10"/>
                  <a:pt x="14986" y="15"/>
                </a:cubicBezTo>
                <a:cubicBezTo>
                  <a:pt x="14998" y="20"/>
                  <a:pt x="15009" y="26"/>
                  <a:pt x="15020" y="34"/>
                </a:cubicBezTo>
                <a:cubicBezTo>
                  <a:pt x="15031" y="41"/>
                  <a:pt x="15041" y="49"/>
                  <a:pt x="15050" y="58"/>
                </a:cubicBezTo>
                <a:cubicBezTo>
                  <a:pt x="15060" y="68"/>
                  <a:pt x="15068" y="78"/>
                  <a:pt x="15075" y="88"/>
                </a:cubicBezTo>
                <a:cubicBezTo>
                  <a:pt x="15082" y="99"/>
                  <a:pt x="15088" y="111"/>
                  <a:pt x="15093" y="123"/>
                </a:cubicBezTo>
                <a:cubicBezTo>
                  <a:pt x="15098" y="135"/>
                  <a:pt x="15102" y="147"/>
                  <a:pt x="15105" y="160"/>
                </a:cubicBezTo>
                <a:cubicBezTo>
                  <a:pt x="15107" y="173"/>
                  <a:pt x="15108" y="186"/>
                  <a:pt x="15108" y="199"/>
                </a:cubicBezTo>
                <a:lnTo>
                  <a:pt x="15108" y="3851"/>
                </a:lnTo>
                <a:cubicBezTo>
                  <a:pt x="15108" y="3864"/>
                  <a:pt x="15107" y="3877"/>
                  <a:pt x="15105" y="3890"/>
                </a:cubicBezTo>
                <a:cubicBezTo>
                  <a:pt x="15102" y="3902"/>
                  <a:pt x="15098" y="3915"/>
                  <a:pt x="15093" y="3927"/>
                </a:cubicBezTo>
                <a:cubicBezTo>
                  <a:pt x="15088" y="3939"/>
                  <a:pt x="15082" y="3950"/>
                  <a:pt x="15075" y="3961"/>
                </a:cubicBezTo>
                <a:cubicBezTo>
                  <a:pt x="15068" y="3972"/>
                  <a:pt x="15060" y="3982"/>
                  <a:pt x="15050" y="3991"/>
                </a:cubicBezTo>
                <a:cubicBezTo>
                  <a:pt x="15041" y="4000"/>
                  <a:pt x="15031" y="4009"/>
                  <a:pt x="15020" y="4016"/>
                </a:cubicBezTo>
                <a:cubicBezTo>
                  <a:pt x="15009" y="4023"/>
                  <a:pt x="14998" y="4029"/>
                  <a:pt x="14986" y="4034"/>
                </a:cubicBezTo>
                <a:cubicBezTo>
                  <a:pt x="14974" y="4039"/>
                  <a:pt x="14961" y="4043"/>
                  <a:pt x="14949" y="4045"/>
                </a:cubicBezTo>
                <a:cubicBezTo>
                  <a:pt x="14936" y="4048"/>
                  <a:pt x="14923" y="4049"/>
                  <a:pt x="14910" y="4049"/>
                </a:cubicBezTo>
                <a:lnTo>
                  <a:pt x="198" y="4049"/>
                </a:lnTo>
                <a:cubicBezTo>
                  <a:pt x="185" y="4049"/>
                  <a:pt x="172" y="4048"/>
                  <a:pt x="159" y="4045"/>
                </a:cubicBezTo>
                <a:cubicBezTo>
                  <a:pt x="147" y="4043"/>
                  <a:pt x="134" y="4039"/>
                  <a:pt x="122" y="4034"/>
                </a:cubicBezTo>
                <a:cubicBezTo>
                  <a:pt x="110" y="4029"/>
                  <a:pt x="99" y="4023"/>
                  <a:pt x="88" y="4016"/>
                </a:cubicBezTo>
                <a:cubicBezTo>
                  <a:pt x="77" y="4009"/>
                  <a:pt x="67" y="4000"/>
                  <a:pt x="58" y="3991"/>
                </a:cubicBezTo>
                <a:cubicBezTo>
                  <a:pt x="49" y="3982"/>
                  <a:pt x="40" y="3972"/>
                  <a:pt x="33" y="3961"/>
                </a:cubicBezTo>
                <a:cubicBezTo>
                  <a:pt x="26" y="3950"/>
                  <a:pt x="20" y="3939"/>
                  <a:pt x="15" y="3927"/>
                </a:cubicBezTo>
                <a:cubicBezTo>
                  <a:pt x="10" y="3915"/>
                  <a:pt x="6" y="3902"/>
                  <a:pt x="4" y="3890"/>
                </a:cubicBezTo>
                <a:cubicBezTo>
                  <a:pt x="1" y="3877"/>
                  <a:pt x="0" y="3864"/>
                  <a:pt x="0" y="3851"/>
                </a:cubicBezTo>
              </a:path>
            </a:pathLst>
          </a:custGeom>
          <a:ln w="9360">
            <a:solidFill>
              <a:srgbClr val="334155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957240" y="482040"/>
            <a:ext cx="28692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3. 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技术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架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构 </a:t>
            </a:r>
            <a:r>
              <a:rPr lang="en-US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- 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主要类结构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6" name="文本框 115"/>
          <p:cNvSpPr txBox="1"/>
          <p:nvPr/>
        </p:nvSpPr>
        <p:spPr>
          <a:xfrm>
            <a:off x="457200" y="2369160"/>
            <a:ext cx="686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800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核心类</a:t>
            </a:r>
            <a:r>
              <a:rPr lang="zh-CN" sz="1800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层</a:t>
            </a:r>
            <a:r>
              <a:rPr lang="zh-CN" sz="1800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次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7" name="文本框 116"/>
          <p:cNvSpPr txBox="1"/>
          <p:nvPr/>
        </p:nvSpPr>
        <p:spPr>
          <a:xfrm>
            <a:off x="647775" y="2997270"/>
            <a:ext cx="1162050" cy="245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600" b="0" i="0" u="none" strike="noStrike">
                <a:solidFill>
                  <a:srgbClr val="3B82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MainWindow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1919045" y="3017160"/>
            <a:ext cx="1219200" cy="245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0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（主窗口类）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619200" y="3397320"/>
            <a:ext cx="1194435" cy="245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600" b="0" i="0" u="none" strike="noStrike">
                <a:solidFill>
                  <a:srgbClr val="94A3B8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├── </a:t>
            </a:r>
            <a:r>
              <a:rPr lang="en-US" sz="1600" b="0" i="0" u="none" strike="noStrike">
                <a:solidFill>
                  <a:srgbClr val="3B82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Editor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1991435" y="3406415"/>
            <a:ext cx="1625600" cy="245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0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（代码编辑器类）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647700" y="3651885"/>
            <a:ext cx="3112135" cy="2457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r>
              <a:rPr lang="en-US" sz="1600" b="0" i="0" u="none" strike="noStrike">
                <a:solidFill>
                  <a:srgbClr val="94A3B8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│   └── </a:t>
            </a:r>
            <a:r>
              <a:rPr lang="en-US" sz="1600" b="0" i="0" u="none" strike="noStrike">
                <a:solidFill>
                  <a:srgbClr val="3B82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EditorSyntaxHighlighter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3826310" y="3652160"/>
            <a:ext cx="1422400" cy="245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0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（语法高亮器）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647775" y="3981520"/>
            <a:ext cx="1477010" cy="245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600" b="0" i="0" u="none" strike="noStrike">
                <a:solidFill>
                  <a:srgbClr val="94A3B8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└── </a:t>
            </a:r>
            <a:r>
              <a:rPr lang="en-US" sz="1600" b="0" i="0" u="none" strike="noStrike">
                <a:solidFill>
                  <a:srgbClr val="3B82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Compiler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4" name="任意多边形 123"/>
          <p:cNvSpPr/>
          <p:nvPr/>
        </p:nvSpPr>
        <p:spPr>
          <a:xfrm>
            <a:off x="462960" y="4628880"/>
            <a:ext cx="131400" cy="190800"/>
          </a:xfrm>
          <a:custGeom>
            <a:avLst/>
            <a:gdLst/>
            <a:ahLst/>
            <a:cxnLst/>
            <a:rect l="0" t="0" r="r" b="b"/>
            <a:pathLst>
              <a:path w="365" h="530">
                <a:moveTo>
                  <a:pt x="265" y="398"/>
                </a:moveTo>
                <a:cubicBezTo>
                  <a:pt x="275" y="365"/>
                  <a:pt x="295" y="337"/>
                  <a:pt x="315" y="309"/>
                </a:cubicBezTo>
                <a:cubicBezTo>
                  <a:pt x="321" y="302"/>
                  <a:pt x="326" y="294"/>
                  <a:pt x="331" y="287"/>
                </a:cubicBezTo>
                <a:cubicBezTo>
                  <a:pt x="353" y="257"/>
                  <a:pt x="365" y="222"/>
                  <a:pt x="365" y="183"/>
                </a:cubicBezTo>
                <a:cubicBezTo>
                  <a:pt x="365" y="82"/>
                  <a:pt x="282" y="0"/>
                  <a:pt x="182" y="0"/>
                </a:cubicBezTo>
                <a:cubicBezTo>
                  <a:pt x="81" y="0"/>
                  <a:pt x="0" y="82"/>
                  <a:pt x="0" y="183"/>
                </a:cubicBezTo>
                <a:cubicBezTo>
                  <a:pt x="0" y="222"/>
                  <a:pt x="12" y="257"/>
                  <a:pt x="32" y="287"/>
                </a:cubicBezTo>
                <a:cubicBezTo>
                  <a:pt x="38" y="294"/>
                  <a:pt x="43" y="302"/>
                  <a:pt x="48" y="309"/>
                </a:cubicBezTo>
                <a:cubicBezTo>
                  <a:pt x="69" y="337"/>
                  <a:pt x="89" y="365"/>
                  <a:pt x="99" y="398"/>
                </a:cubicBezTo>
                <a:lnTo>
                  <a:pt x="265" y="398"/>
                </a:lnTo>
                <a:moveTo>
                  <a:pt x="182" y="530"/>
                </a:moveTo>
                <a:cubicBezTo>
                  <a:pt x="228" y="530"/>
                  <a:pt x="265" y="493"/>
                  <a:pt x="265" y="448"/>
                </a:cubicBezTo>
                <a:lnTo>
                  <a:pt x="265" y="431"/>
                </a:lnTo>
                <a:lnTo>
                  <a:pt x="99" y="431"/>
                </a:lnTo>
                <a:lnTo>
                  <a:pt x="99" y="448"/>
                </a:lnTo>
                <a:cubicBezTo>
                  <a:pt x="99" y="493"/>
                  <a:pt x="136" y="530"/>
                  <a:pt x="182" y="530"/>
                </a:cubicBezTo>
                <a:moveTo>
                  <a:pt x="99" y="183"/>
                </a:moveTo>
                <a:cubicBezTo>
                  <a:pt x="99" y="192"/>
                  <a:pt x="92" y="200"/>
                  <a:pt x="83" y="200"/>
                </a:cubicBezTo>
                <a:cubicBezTo>
                  <a:pt x="74" y="200"/>
                  <a:pt x="66" y="192"/>
                  <a:pt x="66" y="183"/>
                </a:cubicBezTo>
                <a:cubicBezTo>
                  <a:pt x="66" y="119"/>
                  <a:pt x="118" y="66"/>
                  <a:pt x="182" y="66"/>
                </a:cubicBezTo>
                <a:cubicBezTo>
                  <a:pt x="191" y="66"/>
                  <a:pt x="198" y="74"/>
                  <a:pt x="198" y="83"/>
                </a:cubicBezTo>
                <a:cubicBezTo>
                  <a:pt x="198" y="92"/>
                  <a:pt x="191" y="99"/>
                  <a:pt x="182" y="99"/>
                </a:cubicBezTo>
                <a:cubicBezTo>
                  <a:pt x="136" y="99"/>
                  <a:pt x="99" y="137"/>
                  <a:pt x="99" y="183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2351480" y="3982360"/>
            <a:ext cx="1219200" cy="2457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600" b="0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（编译器类）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6" name="任意多边形 125"/>
          <p:cNvSpPr/>
          <p:nvPr/>
        </p:nvSpPr>
        <p:spPr>
          <a:xfrm>
            <a:off x="456840" y="5105160"/>
            <a:ext cx="191160" cy="190800"/>
          </a:xfrm>
          <a:custGeom>
            <a:avLst/>
            <a:gdLst/>
            <a:ahLst/>
            <a:cxnLst/>
            <a:rect l="0" t="0" r="r" b="b"/>
            <a:pathLst>
              <a:path w="531" h="530">
                <a:moveTo>
                  <a:pt x="34" y="99"/>
                </a:moveTo>
                <a:lnTo>
                  <a:pt x="365" y="99"/>
                </a:lnTo>
                <a:lnTo>
                  <a:pt x="365" y="33"/>
                </a:lnTo>
                <a:cubicBezTo>
                  <a:pt x="365" y="20"/>
                  <a:pt x="373" y="8"/>
                  <a:pt x="386" y="3"/>
                </a:cubicBezTo>
                <a:cubicBezTo>
                  <a:pt x="398" y="-3"/>
                  <a:pt x="412" y="0"/>
                  <a:pt x="422" y="10"/>
                </a:cubicBezTo>
                <a:lnTo>
                  <a:pt x="521" y="109"/>
                </a:lnTo>
                <a:cubicBezTo>
                  <a:pt x="527" y="115"/>
                  <a:pt x="531" y="124"/>
                  <a:pt x="531" y="132"/>
                </a:cubicBezTo>
                <a:cubicBezTo>
                  <a:pt x="531" y="141"/>
                  <a:pt x="527" y="150"/>
                  <a:pt x="521" y="156"/>
                </a:cubicBezTo>
                <a:lnTo>
                  <a:pt x="422" y="255"/>
                </a:lnTo>
                <a:cubicBezTo>
                  <a:pt x="412" y="264"/>
                  <a:pt x="398" y="267"/>
                  <a:pt x="386" y="262"/>
                </a:cubicBezTo>
                <a:cubicBezTo>
                  <a:pt x="373" y="257"/>
                  <a:pt x="365" y="245"/>
                  <a:pt x="365" y="231"/>
                </a:cubicBezTo>
                <a:lnTo>
                  <a:pt x="365" y="165"/>
                </a:lnTo>
                <a:lnTo>
                  <a:pt x="34" y="166"/>
                </a:lnTo>
                <a:cubicBezTo>
                  <a:pt x="15" y="166"/>
                  <a:pt x="0" y="151"/>
                  <a:pt x="0" y="132"/>
                </a:cubicBezTo>
                <a:cubicBezTo>
                  <a:pt x="0" y="114"/>
                  <a:pt x="15" y="99"/>
                  <a:pt x="34" y="99"/>
                </a:cubicBezTo>
                <a:moveTo>
                  <a:pt x="498" y="364"/>
                </a:moveTo>
                <a:cubicBezTo>
                  <a:pt x="516" y="364"/>
                  <a:pt x="531" y="380"/>
                  <a:pt x="531" y="398"/>
                </a:cubicBezTo>
                <a:cubicBezTo>
                  <a:pt x="531" y="416"/>
                  <a:pt x="516" y="431"/>
                  <a:pt x="498" y="431"/>
                </a:cubicBezTo>
                <a:lnTo>
                  <a:pt x="167" y="431"/>
                </a:lnTo>
                <a:lnTo>
                  <a:pt x="167" y="497"/>
                </a:lnTo>
                <a:cubicBezTo>
                  <a:pt x="167" y="511"/>
                  <a:pt x="159" y="523"/>
                  <a:pt x="146" y="528"/>
                </a:cubicBezTo>
                <a:cubicBezTo>
                  <a:pt x="134" y="533"/>
                  <a:pt x="120" y="530"/>
                  <a:pt x="110" y="521"/>
                </a:cubicBezTo>
                <a:lnTo>
                  <a:pt x="10" y="422"/>
                </a:lnTo>
                <a:cubicBezTo>
                  <a:pt x="4" y="415"/>
                  <a:pt x="0" y="407"/>
                  <a:pt x="0" y="398"/>
                </a:cubicBezTo>
                <a:cubicBezTo>
                  <a:pt x="0" y="389"/>
                  <a:pt x="4" y="381"/>
                  <a:pt x="10" y="375"/>
                </a:cubicBezTo>
                <a:lnTo>
                  <a:pt x="110" y="275"/>
                </a:lnTo>
                <a:cubicBezTo>
                  <a:pt x="120" y="265"/>
                  <a:pt x="134" y="262"/>
                  <a:pt x="146" y="267"/>
                </a:cubicBezTo>
                <a:cubicBezTo>
                  <a:pt x="159" y="273"/>
                  <a:pt x="167" y="285"/>
                  <a:pt x="167" y="298"/>
                </a:cubicBezTo>
                <a:lnTo>
                  <a:pt x="167" y="364"/>
                </a:lnTo>
                <a:lnTo>
                  <a:pt x="498" y="364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714240" y="4557240"/>
            <a:ext cx="342900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设计原则：单一职责、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松耦合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架构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8" name="任意多边形 127"/>
          <p:cNvSpPr/>
          <p:nvPr/>
        </p:nvSpPr>
        <p:spPr>
          <a:xfrm>
            <a:off x="6291000" y="1271520"/>
            <a:ext cx="5439240" cy="5124600"/>
          </a:xfrm>
          <a:custGeom>
            <a:avLst/>
            <a:gdLst/>
            <a:ahLst/>
            <a:cxnLst/>
            <a:rect l="0" t="0" r="r" b="b"/>
            <a:pathLst>
              <a:path w="15109" h="14235">
                <a:moveTo>
                  <a:pt x="0" y="1403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7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9"/>
                  <a:pt x="78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14910" y="0"/>
                </a:lnTo>
                <a:cubicBezTo>
                  <a:pt x="14924" y="0"/>
                  <a:pt x="14936" y="1"/>
                  <a:pt x="14949" y="4"/>
                </a:cubicBezTo>
                <a:cubicBezTo>
                  <a:pt x="14962" y="6"/>
                  <a:pt x="14974" y="10"/>
                  <a:pt x="14986" y="15"/>
                </a:cubicBezTo>
                <a:cubicBezTo>
                  <a:pt x="14998" y="20"/>
                  <a:pt x="15010" y="26"/>
                  <a:pt x="15021" y="33"/>
                </a:cubicBezTo>
                <a:cubicBezTo>
                  <a:pt x="15032" y="40"/>
                  <a:pt x="15042" y="49"/>
                  <a:pt x="15051" y="58"/>
                </a:cubicBezTo>
                <a:cubicBezTo>
                  <a:pt x="15060" y="67"/>
                  <a:pt x="15068" y="77"/>
                  <a:pt x="15075" y="88"/>
                </a:cubicBezTo>
                <a:cubicBezTo>
                  <a:pt x="15083" y="99"/>
                  <a:pt x="15089" y="110"/>
                  <a:pt x="15094" y="122"/>
                </a:cubicBezTo>
                <a:cubicBezTo>
                  <a:pt x="15099" y="134"/>
                  <a:pt x="15103" y="147"/>
                  <a:pt x="15105" y="159"/>
                </a:cubicBezTo>
                <a:cubicBezTo>
                  <a:pt x="15108" y="172"/>
                  <a:pt x="15109" y="185"/>
                  <a:pt x="15109" y="198"/>
                </a:cubicBezTo>
                <a:lnTo>
                  <a:pt x="15109" y="14037"/>
                </a:lnTo>
                <a:cubicBezTo>
                  <a:pt x="15109" y="14050"/>
                  <a:pt x="15108" y="14063"/>
                  <a:pt x="15105" y="14076"/>
                </a:cubicBezTo>
                <a:cubicBezTo>
                  <a:pt x="15103" y="14088"/>
                  <a:pt x="15099" y="14101"/>
                  <a:pt x="15094" y="14113"/>
                </a:cubicBezTo>
                <a:cubicBezTo>
                  <a:pt x="15089" y="14125"/>
                  <a:pt x="15083" y="14136"/>
                  <a:pt x="15075" y="14147"/>
                </a:cubicBezTo>
                <a:cubicBezTo>
                  <a:pt x="15068" y="14158"/>
                  <a:pt x="15060" y="14168"/>
                  <a:pt x="15051" y="14177"/>
                </a:cubicBezTo>
                <a:cubicBezTo>
                  <a:pt x="15042" y="14186"/>
                  <a:pt x="15032" y="14195"/>
                  <a:pt x="15021" y="14202"/>
                </a:cubicBezTo>
                <a:cubicBezTo>
                  <a:pt x="15010" y="14209"/>
                  <a:pt x="14998" y="14215"/>
                  <a:pt x="14986" y="14220"/>
                </a:cubicBezTo>
                <a:cubicBezTo>
                  <a:pt x="14974" y="14225"/>
                  <a:pt x="14962" y="14229"/>
                  <a:pt x="14949" y="14231"/>
                </a:cubicBezTo>
                <a:cubicBezTo>
                  <a:pt x="14936" y="14234"/>
                  <a:pt x="14924" y="14235"/>
                  <a:pt x="14910" y="14235"/>
                </a:cubicBezTo>
                <a:lnTo>
                  <a:pt x="199" y="14235"/>
                </a:lnTo>
                <a:cubicBezTo>
                  <a:pt x="186" y="14235"/>
                  <a:pt x="173" y="14234"/>
                  <a:pt x="160" y="14231"/>
                </a:cubicBezTo>
                <a:cubicBezTo>
                  <a:pt x="147" y="14229"/>
                  <a:pt x="135" y="14225"/>
                  <a:pt x="123" y="14220"/>
                </a:cubicBezTo>
                <a:cubicBezTo>
                  <a:pt x="111" y="14215"/>
                  <a:pt x="99" y="14209"/>
                  <a:pt x="88" y="14202"/>
                </a:cubicBezTo>
                <a:cubicBezTo>
                  <a:pt x="78" y="14195"/>
                  <a:pt x="68" y="14186"/>
                  <a:pt x="58" y="14177"/>
                </a:cubicBezTo>
                <a:cubicBezTo>
                  <a:pt x="49" y="14168"/>
                  <a:pt x="41" y="14158"/>
                  <a:pt x="34" y="14147"/>
                </a:cubicBezTo>
                <a:cubicBezTo>
                  <a:pt x="26" y="14136"/>
                  <a:pt x="20" y="14125"/>
                  <a:pt x="15" y="14113"/>
                </a:cubicBezTo>
                <a:cubicBezTo>
                  <a:pt x="10" y="14101"/>
                  <a:pt x="7" y="14088"/>
                  <a:pt x="4" y="14076"/>
                </a:cubicBezTo>
                <a:cubicBezTo>
                  <a:pt x="1" y="14063"/>
                  <a:pt x="0" y="14050"/>
                  <a:pt x="0" y="14037"/>
                </a:cubicBezTo>
                <a:close/>
              </a:path>
            </a:pathLst>
          </a:custGeom>
          <a:solidFill>
            <a:srgbClr val="0F172A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29" name="任意多边形 128"/>
          <p:cNvSpPr/>
          <p:nvPr/>
        </p:nvSpPr>
        <p:spPr>
          <a:xfrm>
            <a:off x="6291000" y="1271520"/>
            <a:ext cx="5439240" cy="5124600"/>
          </a:xfrm>
          <a:custGeom>
            <a:avLst/>
            <a:gdLst/>
            <a:ahLst/>
            <a:cxnLst/>
            <a:rect l="0" t="0" r="r" b="b"/>
            <a:pathLst>
              <a:path w="15109" h="14235" fill="none">
                <a:moveTo>
                  <a:pt x="0" y="14037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7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8" y="49"/>
                  <a:pt x="78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14910" y="0"/>
                </a:lnTo>
                <a:cubicBezTo>
                  <a:pt x="14924" y="0"/>
                  <a:pt x="14936" y="1"/>
                  <a:pt x="14949" y="4"/>
                </a:cubicBezTo>
                <a:cubicBezTo>
                  <a:pt x="14962" y="6"/>
                  <a:pt x="14974" y="10"/>
                  <a:pt x="14986" y="15"/>
                </a:cubicBezTo>
                <a:cubicBezTo>
                  <a:pt x="14998" y="20"/>
                  <a:pt x="15010" y="26"/>
                  <a:pt x="15021" y="33"/>
                </a:cubicBezTo>
                <a:cubicBezTo>
                  <a:pt x="15032" y="40"/>
                  <a:pt x="15042" y="49"/>
                  <a:pt x="15051" y="58"/>
                </a:cubicBezTo>
                <a:cubicBezTo>
                  <a:pt x="15060" y="67"/>
                  <a:pt x="15068" y="77"/>
                  <a:pt x="15075" y="88"/>
                </a:cubicBezTo>
                <a:cubicBezTo>
                  <a:pt x="15083" y="99"/>
                  <a:pt x="15089" y="110"/>
                  <a:pt x="15094" y="122"/>
                </a:cubicBezTo>
                <a:cubicBezTo>
                  <a:pt x="15099" y="134"/>
                  <a:pt x="15103" y="147"/>
                  <a:pt x="15105" y="159"/>
                </a:cubicBezTo>
                <a:cubicBezTo>
                  <a:pt x="15108" y="172"/>
                  <a:pt x="15109" y="185"/>
                  <a:pt x="15109" y="198"/>
                </a:cubicBezTo>
                <a:lnTo>
                  <a:pt x="15109" y="14037"/>
                </a:lnTo>
                <a:cubicBezTo>
                  <a:pt x="15109" y="14050"/>
                  <a:pt x="15108" y="14063"/>
                  <a:pt x="15105" y="14076"/>
                </a:cubicBezTo>
                <a:cubicBezTo>
                  <a:pt x="15103" y="14088"/>
                  <a:pt x="15099" y="14101"/>
                  <a:pt x="15094" y="14113"/>
                </a:cubicBezTo>
                <a:cubicBezTo>
                  <a:pt x="15089" y="14125"/>
                  <a:pt x="15083" y="14136"/>
                  <a:pt x="15075" y="14147"/>
                </a:cubicBezTo>
                <a:cubicBezTo>
                  <a:pt x="15068" y="14158"/>
                  <a:pt x="15060" y="14168"/>
                  <a:pt x="15051" y="14177"/>
                </a:cubicBezTo>
                <a:cubicBezTo>
                  <a:pt x="15042" y="14186"/>
                  <a:pt x="15032" y="14195"/>
                  <a:pt x="15021" y="14202"/>
                </a:cubicBezTo>
                <a:cubicBezTo>
                  <a:pt x="15010" y="14209"/>
                  <a:pt x="14998" y="14215"/>
                  <a:pt x="14986" y="14220"/>
                </a:cubicBezTo>
                <a:cubicBezTo>
                  <a:pt x="14974" y="14225"/>
                  <a:pt x="14962" y="14229"/>
                  <a:pt x="14949" y="14231"/>
                </a:cubicBezTo>
                <a:cubicBezTo>
                  <a:pt x="14936" y="14234"/>
                  <a:pt x="14924" y="14235"/>
                  <a:pt x="14910" y="14235"/>
                </a:cubicBezTo>
                <a:lnTo>
                  <a:pt x="199" y="14235"/>
                </a:lnTo>
                <a:cubicBezTo>
                  <a:pt x="186" y="14235"/>
                  <a:pt x="173" y="14234"/>
                  <a:pt x="160" y="14231"/>
                </a:cubicBezTo>
                <a:cubicBezTo>
                  <a:pt x="147" y="14229"/>
                  <a:pt x="135" y="14225"/>
                  <a:pt x="123" y="14220"/>
                </a:cubicBezTo>
                <a:cubicBezTo>
                  <a:pt x="111" y="14215"/>
                  <a:pt x="99" y="14209"/>
                  <a:pt x="88" y="14202"/>
                </a:cubicBezTo>
                <a:cubicBezTo>
                  <a:pt x="78" y="14195"/>
                  <a:pt x="68" y="14186"/>
                  <a:pt x="58" y="14177"/>
                </a:cubicBezTo>
                <a:cubicBezTo>
                  <a:pt x="49" y="14168"/>
                  <a:pt x="41" y="14158"/>
                  <a:pt x="34" y="14147"/>
                </a:cubicBezTo>
                <a:cubicBezTo>
                  <a:pt x="26" y="14136"/>
                  <a:pt x="20" y="14125"/>
                  <a:pt x="15" y="14113"/>
                </a:cubicBezTo>
                <a:cubicBezTo>
                  <a:pt x="10" y="14101"/>
                  <a:pt x="7" y="14088"/>
                  <a:pt x="4" y="14076"/>
                </a:cubicBezTo>
                <a:cubicBezTo>
                  <a:pt x="1" y="14063"/>
                  <a:pt x="0" y="14050"/>
                  <a:pt x="0" y="14037"/>
                </a:cubicBezTo>
              </a:path>
            </a:pathLst>
          </a:custGeom>
          <a:ln w="9360">
            <a:solidFill>
              <a:srgbClr val="374151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762120" y="5033520"/>
            <a:ext cx="365760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交互方式：信号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槽机制实现模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块通信</a:t>
            </a:r>
            <a:endParaRPr lang="en-US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6" name="图片 6" descr="exported_image (3)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510" y="-39370"/>
            <a:ext cx="5849620" cy="6913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任意多边形 1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3" name="任意多边形 1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5" name="任意多边形 134"/>
          <p:cNvSpPr/>
          <p:nvPr/>
        </p:nvSpPr>
        <p:spPr>
          <a:xfrm>
            <a:off x="456840" y="91404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1"/>
                  <a:pt x="5" y="33"/>
                </a:cubicBezTo>
                <a:cubicBezTo>
                  <a:pt x="7" y="27"/>
                  <a:pt x="11" y="21"/>
                  <a:pt x="16" y="16"/>
                </a:cubicBezTo>
                <a:cubicBezTo>
                  <a:pt x="21" y="11"/>
                  <a:pt x="27" y="7"/>
                  <a:pt x="33" y="5"/>
                </a:cubicBezTo>
                <a:cubicBezTo>
                  <a:pt x="40" y="2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2"/>
                  <a:pt x="2085" y="5"/>
                </a:cubicBezTo>
                <a:cubicBezTo>
                  <a:pt x="2092" y="7"/>
                  <a:pt x="2098" y="11"/>
                  <a:pt x="2103" y="16"/>
                </a:cubicBezTo>
                <a:cubicBezTo>
                  <a:pt x="2108" y="21"/>
                  <a:pt x="2111" y="27"/>
                  <a:pt x="2114" y="33"/>
                </a:cubicBezTo>
                <a:cubicBezTo>
                  <a:pt x="2117" y="41"/>
                  <a:pt x="2118" y="47"/>
                  <a:pt x="2118" y="54"/>
                </a:cubicBezTo>
                <a:cubicBezTo>
                  <a:pt x="2118" y="61"/>
                  <a:pt x="2117" y="68"/>
                  <a:pt x="2114" y="75"/>
                </a:cubicBezTo>
                <a:cubicBezTo>
                  <a:pt x="2111" y="81"/>
                  <a:pt x="2108" y="87"/>
                  <a:pt x="2103" y="92"/>
                </a:cubicBezTo>
                <a:cubicBezTo>
                  <a:pt x="2098" y="97"/>
                  <a:pt x="2092" y="101"/>
                  <a:pt x="2085" y="103"/>
                </a:cubicBezTo>
                <a:cubicBezTo>
                  <a:pt x="2079" y="106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6"/>
                  <a:pt x="33" y="103"/>
                </a:cubicBezTo>
                <a:cubicBezTo>
                  <a:pt x="27" y="101"/>
                  <a:pt x="21" y="97"/>
                  <a:pt x="16" y="92"/>
                </a:cubicBezTo>
                <a:cubicBezTo>
                  <a:pt x="11" y="87"/>
                  <a:pt x="7" y="81"/>
                  <a:pt x="5" y="75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6" name="任意多边形 135"/>
          <p:cNvSpPr/>
          <p:nvPr/>
        </p:nvSpPr>
        <p:spPr>
          <a:xfrm>
            <a:off x="456840" y="487800"/>
            <a:ext cx="386280" cy="300600"/>
          </a:xfrm>
          <a:custGeom>
            <a:avLst/>
            <a:gdLst/>
            <a:ahLst/>
            <a:cxnLst/>
            <a:rect l="0" t="0" r="r" b="b"/>
            <a:pathLst>
              <a:path w="1073" h="835">
                <a:moveTo>
                  <a:pt x="388" y="90"/>
                </a:moveTo>
                <a:cubicBezTo>
                  <a:pt x="388" y="40"/>
                  <a:pt x="428" y="0"/>
                  <a:pt x="478" y="0"/>
                </a:cubicBezTo>
                <a:lnTo>
                  <a:pt x="597" y="0"/>
                </a:lnTo>
                <a:cubicBezTo>
                  <a:pt x="646" y="0"/>
                  <a:pt x="686" y="40"/>
                  <a:pt x="686" y="90"/>
                </a:cubicBezTo>
                <a:lnTo>
                  <a:pt x="686" y="209"/>
                </a:lnTo>
                <a:cubicBezTo>
                  <a:pt x="686" y="258"/>
                  <a:pt x="646" y="298"/>
                  <a:pt x="597" y="298"/>
                </a:cubicBezTo>
                <a:lnTo>
                  <a:pt x="582" y="298"/>
                </a:lnTo>
                <a:lnTo>
                  <a:pt x="582" y="373"/>
                </a:lnTo>
                <a:lnTo>
                  <a:pt x="865" y="373"/>
                </a:lnTo>
                <a:cubicBezTo>
                  <a:pt x="922" y="373"/>
                  <a:pt x="969" y="419"/>
                  <a:pt x="969" y="477"/>
                </a:cubicBezTo>
                <a:lnTo>
                  <a:pt x="969" y="536"/>
                </a:lnTo>
                <a:lnTo>
                  <a:pt x="984" y="536"/>
                </a:lnTo>
                <a:cubicBezTo>
                  <a:pt x="1033" y="536"/>
                  <a:pt x="1073" y="576"/>
                  <a:pt x="1073" y="626"/>
                </a:cubicBezTo>
                <a:lnTo>
                  <a:pt x="1073" y="746"/>
                </a:lnTo>
                <a:cubicBezTo>
                  <a:pt x="1073" y="795"/>
                  <a:pt x="1033" y="835"/>
                  <a:pt x="984" y="835"/>
                </a:cubicBezTo>
                <a:lnTo>
                  <a:pt x="865" y="835"/>
                </a:lnTo>
                <a:cubicBezTo>
                  <a:pt x="815" y="835"/>
                  <a:pt x="775" y="795"/>
                  <a:pt x="775" y="746"/>
                </a:cubicBezTo>
                <a:lnTo>
                  <a:pt x="775" y="626"/>
                </a:lnTo>
                <a:cubicBezTo>
                  <a:pt x="775" y="576"/>
                  <a:pt x="815" y="536"/>
                  <a:pt x="865" y="536"/>
                </a:cubicBezTo>
                <a:lnTo>
                  <a:pt x="880" y="536"/>
                </a:lnTo>
                <a:lnTo>
                  <a:pt x="880" y="477"/>
                </a:lnTo>
                <a:cubicBezTo>
                  <a:pt x="880" y="469"/>
                  <a:pt x="873" y="462"/>
                  <a:pt x="865" y="462"/>
                </a:cubicBezTo>
                <a:lnTo>
                  <a:pt x="582" y="462"/>
                </a:lnTo>
                <a:lnTo>
                  <a:pt x="582" y="536"/>
                </a:lnTo>
                <a:lnTo>
                  <a:pt x="597" y="536"/>
                </a:lnTo>
                <a:cubicBezTo>
                  <a:pt x="646" y="536"/>
                  <a:pt x="686" y="576"/>
                  <a:pt x="686" y="626"/>
                </a:cubicBezTo>
                <a:lnTo>
                  <a:pt x="686" y="746"/>
                </a:lnTo>
                <a:cubicBezTo>
                  <a:pt x="686" y="795"/>
                  <a:pt x="646" y="835"/>
                  <a:pt x="597" y="835"/>
                </a:cubicBezTo>
                <a:lnTo>
                  <a:pt x="478" y="835"/>
                </a:lnTo>
                <a:cubicBezTo>
                  <a:pt x="428" y="835"/>
                  <a:pt x="388" y="795"/>
                  <a:pt x="388" y="746"/>
                </a:cubicBezTo>
                <a:lnTo>
                  <a:pt x="388" y="626"/>
                </a:lnTo>
                <a:cubicBezTo>
                  <a:pt x="388" y="576"/>
                  <a:pt x="428" y="536"/>
                  <a:pt x="478" y="536"/>
                </a:cubicBezTo>
                <a:lnTo>
                  <a:pt x="493" y="536"/>
                </a:lnTo>
                <a:lnTo>
                  <a:pt x="493" y="462"/>
                </a:lnTo>
                <a:lnTo>
                  <a:pt x="209" y="462"/>
                </a:lnTo>
                <a:cubicBezTo>
                  <a:pt x="201" y="462"/>
                  <a:pt x="194" y="469"/>
                  <a:pt x="194" y="477"/>
                </a:cubicBezTo>
                <a:lnTo>
                  <a:pt x="194" y="536"/>
                </a:lnTo>
                <a:lnTo>
                  <a:pt x="209" y="536"/>
                </a:lnTo>
                <a:cubicBezTo>
                  <a:pt x="258" y="536"/>
                  <a:pt x="298" y="576"/>
                  <a:pt x="298" y="626"/>
                </a:cubicBezTo>
                <a:lnTo>
                  <a:pt x="298" y="746"/>
                </a:lnTo>
                <a:cubicBezTo>
                  <a:pt x="298" y="795"/>
                  <a:pt x="258" y="835"/>
                  <a:pt x="209" y="835"/>
                </a:cubicBezTo>
                <a:lnTo>
                  <a:pt x="90" y="835"/>
                </a:lnTo>
                <a:cubicBezTo>
                  <a:pt x="40" y="835"/>
                  <a:pt x="0" y="795"/>
                  <a:pt x="0" y="746"/>
                </a:cubicBezTo>
                <a:lnTo>
                  <a:pt x="0" y="626"/>
                </a:lnTo>
                <a:cubicBezTo>
                  <a:pt x="0" y="576"/>
                  <a:pt x="40" y="536"/>
                  <a:pt x="90" y="536"/>
                </a:cubicBezTo>
                <a:lnTo>
                  <a:pt x="105" y="536"/>
                </a:lnTo>
                <a:lnTo>
                  <a:pt x="105" y="477"/>
                </a:lnTo>
                <a:cubicBezTo>
                  <a:pt x="105" y="419"/>
                  <a:pt x="151" y="373"/>
                  <a:pt x="209" y="373"/>
                </a:cubicBezTo>
                <a:lnTo>
                  <a:pt x="493" y="373"/>
                </a:lnTo>
                <a:lnTo>
                  <a:pt x="493" y="298"/>
                </a:lnTo>
                <a:lnTo>
                  <a:pt x="478" y="298"/>
                </a:lnTo>
                <a:cubicBezTo>
                  <a:pt x="428" y="298"/>
                  <a:pt x="388" y="258"/>
                  <a:pt x="388" y="209"/>
                </a:cubicBezTo>
                <a:lnTo>
                  <a:pt x="388" y="9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957240" y="451800"/>
            <a:ext cx="38196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3.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1338480" y="443880"/>
            <a:ext cx="82368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技术架构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2710080" y="451800"/>
            <a:ext cx="342360" cy="38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-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015000" y="443880"/>
            <a:ext cx="102960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关键技术点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4" name="任意多边形 143"/>
          <p:cNvSpPr/>
          <p:nvPr/>
        </p:nvSpPr>
        <p:spPr>
          <a:xfrm>
            <a:off x="461525" y="2388615"/>
            <a:ext cx="214560" cy="190800"/>
          </a:xfrm>
          <a:custGeom>
            <a:avLst/>
            <a:gdLst/>
            <a:ahLst/>
            <a:cxnLst/>
            <a:rect l="0" t="0" r="r" b="b"/>
            <a:pathLst>
              <a:path w="596" h="530">
                <a:moveTo>
                  <a:pt x="300" y="50"/>
                </a:moveTo>
                <a:lnTo>
                  <a:pt x="381" y="82"/>
                </a:lnTo>
                <a:lnTo>
                  <a:pt x="297" y="114"/>
                </a:lnTo>
                <a:lnTo>
                  <a:pt x="214" y="82"/>
                </a:lnTo>
                <a:lnTo>
                  <a:pt x="295" y="50"/>
                </a:lnTo>
                <a:cubicBezTo>
                  <a:pt x="296" y="50"/>
                  <a:pt x="299" y="50"/>
                  <a:pt x="300" y="50"/>
                </a:cubicBezTo>
                <a:moveTo>
                  <a:pt x="140" y="97"/>
                </a:moveTo>
                <a:lnTo>
                  <a:pt x="140" y="213"/>
                </a:lnTo>
                <a:cubicBezTo>
                  <a:pt x="139" y="213"/>
                  <a:pt x="138" y="214"/>
                  <a:pt x="136" y="214"/>
                </a:cubicBezTo>
                <a:lnTo>
                  <a:pt x="37" y="252"/>
                </a:lnTo>
                <a:cubicBezTo>
                  <a:pt x="15" y="260"/>
                  <a:pt x="0" y="282"/>
                  <a:pt x="0" y="306"/>
                </a:cubicBezTo>
                <a:lnTo>
                  <a:pt x="0" y="429"/>
                </a:lnTo>
                <a:cubicBezTo>
                  <a:pt x="0" y="452"/>
                  <a:pt x="13" y="473"/>
                  <a:pt x="34" y="482"/>
                </a:cubicBezTo>
                <a:lnTo>
                  <a:pt x="134" y="526"/>
                </a:lnTo>
                <a:cubicBezTo>
                  <a:pt x="149" y="532"/>
                  <a:pt x="165" y="532"/>
                  <a:pt x="180" y="526"/>
                </a:cubicBezTo>
                <a:lnTo>
                  <a:pt x="297" y="474"/>
                </a:lnTo>
                <a:lnTo>
                  <a:pt x="415" y="526"/>
                </a:lnTo>
                <a:cubicBezTo>
                  <a:pt x="430" y="532"/>
                  <a:pt x="447" y="532"/>
                  <a:pt x="461" y="526"/>
                </a:cubicBezTo>
                <a:lnTo>
                  <a:pt x="561" y="482"/>
                </a:lnTo>
                <a:cubicBezTo>
                  <a:pt x="583" y="473"/>
                  <a:pt x="596" y="452"/>
                  <a:pt x="596" y="429"/>
                </a:cubicBezTo>
                <a:lnTo>
                  <a:pt x="596" y="306"/>
                </a:lnTo>
                <a:cubicBezTo>
                  <a:pt x="596" y="282"/>
                  <a:pt x="581" y="260"/>
                  <a:pt x="558" y="252"/>
                </a:cubicBezTo>
                <a:lnTo>
                  <a:pt x="459" y="214"/>
                </a:lnTo>
                <a:cubicBezTo>
                  <a:pt x="457" y="214"/>
                  <a:pt x="456" y="213"/>
                  <a:pt x="455" y="213"/>
                </a:cubicBezTo>
                <a:lnTo>
                  <a:pt x="455" y="97"/>
                </a:lnTo>
                <a:cubicBezTo>
                  <a:pt x="455" y="72"/>
                  <a:pt x="440" y="50"/>
                  <a:pt x="417" y="42"/>
                </a:cubicBezTo>
                <a:lnTo>
                  <a:pt x="318" y="4"/>
                </a:lnTo>
                <a:cubicBezTo>
                  <a:pt x="305" y="-1"/>
                  <a:pt x="290" y="-1"/>
                  <a:pt x="277" y="4"/>
                </a:cubicBezTo>
                <a:lnTo>
                  <a:pt x="178" y="42"/>
                </a:lnTo>
                <a:cubicBezTo>
                  <a:pt x="155" y="50"/>
                  <a:pt x="140" y="72"/>
                  <a:pt x="140" y="97"/>
                </a:cubicBezTo>
                <a:moveTo>
                  <a:pt x="405" y="219"/>
                </a:moveTo>
                <a:lnTo>
                  <a:pt x="320" y="251"/>
                </a:lnTo>
                <a:lnTo>
                  <a:pt x="320" y="159"/>
                </a:lnTo>
                <a:lnTo>
                  <a:pt x="405" y="126"/>
                </a:lnTo>
                <a:lnTo>
                  <a:pt x="405" y="219"/>
                </a:lnTo>
                <a:moveTo>
                  <a:pt x="160" y="261"/>
                </a:moveTo>
                <a:lnTo>
                  <a:pt x="241" y="291"/>
                </a:lnTo>
                <a:lnTo>
                  <a:pt x="157" y="323"/>
                </a:lnTo>
                <a:lnTo>
                  <a:pt x="73" y="291"/>
                </a:lnTo>
                <a:lnTo>
                  <a:pt x="154" y="261"/>
                </a:lnTo>
                <a:cubicBezTo>
                  <a:pt x="156" y="260"/>
                  <a:pt x="158" y="260"/>
                  <a:pt x="160" y="261"/>
                </a:cubicBezTo>
                <a:moveTo>
                  <a:pt x="179" y="472"/>
                </a:moveTo>
                <a:lnTo>
                  <a:pt x="179" y="368"/>
                </a:lnTo>
                <a:lnTo>
                  <a:pt x="264" y="335"/>
                </a:lnTo>
                <a:lnTo>
                  <a:pt x="264" y="434"/>
                </a:lnTo>
                <a:lnTo>
                  <a:pt x="179" y="472"/>
                </a:lnTo>
                <a:moveTo>
                  <a:pt x="435" y="261"/>
                </a:moveTo>
                <a:cubicBezTo>
                  <a:pt x="437" y="260"/>
                  <a:pt x="439" y="260"/>
                  <a:pt x="441" y="261"/>
                </a:cubicBezTo>
                <a:lnTo>
                  <a:pt x="522" y="291"/>
                </a:lnTo>
                <a:lnTo>
                  <a:pt x="438" y="323"/>
                </a:lnTo>
                <a:lnTo>
                  <a:pt x="354" y="291"/>
                </a:lnTo>
                <a:lnTo>
                  <a:pt x="435" y="261"/>
                </a:lnTo>
                <a:moveTo>
                  <a:pt x="541" y="437"/>
                </a:moveTo>
                <a:lnTo>
                  <a:pt x="460" y="472"/>
                </a:lnTo>
                <a:lnTo>
                  <a:pt x="460" y="368"/>
                </a:lnTo>
                <a:lnTo>
                  <a:pt x="546" y="335"/>
                </a:lnTo>
                <a:lnTo>
                  <a:pt x="546" y="429"/>
                </a:lnTo>
                <a:cubicBezTo>
                  <a:pt x="546" y="432"/>
                  <a:pt x="544" y="435"/>
                  <a:pt x="541" y="437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456445" y="1701275"/>
            <a:ext cx="1221740" cy="3689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400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技术亮点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767080" y="2383790"/>
            <a:ext cx="2884170" cy="2305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Qt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1055285" y="2387930"/>
            <a:ext cx="3438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框架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1631315" y="2348230"/>
            <a:ext cx="2199005" cy="23050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Qt Widgets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49" name="任意多边形 148"/>
          <p:cNvSpPr/>
          <p:nvPr/>
        </p:nvSpPr>
        <p:spPr>
          <a:xfrm>
            <a:off x="461570" y="2982775"/>
            <a:ext cx="178920" cy="167040"/>
          </a:xfrm>
          <a:custGeom>
            <a:avLst/>
            <a:gdLst/>
            <a:ahLst/>
            <a:cxnLst/>
            <a:rect l="0" t="0" r="r" b="b"/>
            <a:pathLst>
              <a:path w="497" h="464">
                <a:moveTo>
                  <a:pt x="133" y="115"/>
                </a:moveTo>
                <a:cubicBezTo>
                  <a:pt x="114" y="133"/>
                  <a:pt x="101" y="154"/>
                  <a:pt x="93" y="177"/>
                </a:cubicBezTo>
                <a:cubicBezTo>
                  <a:pt x="87" y="194"/>
                  <a:pt x="68" y="203"/>
                  <a:pt x="51" y="197"/>
                </a:cubicBezTo>
                <a:cubicBezTo>
                  <a:pt x="34" y="191"/>
                  <a:pt x="25" y="172"/>
                  <a:pt x="31" y="155"/>
                </a:cubicBezTo>
                <a:cubicBezTo>
                  <a:pt x="42" y="123"/>
                  <a:pt x="60" y="93"/>
                  <a:pt x="86" y="68"/>
                </a:cubicBezTo>
                <a:cubicBezTo>
                  <a:pt x="176" y="-22"/>
                  <a:pt x="322" y="-22"/>
                  <a:pt x="412" y="67"/>
                </a:cubicBezTo>
                <a:lnTo>
                  <a:pt x="455" y="24"/>
                </a:lnTo>
                <a:cubicBezTo>
                  <a:pt x="462" y="17"/>
                  <a:pt x="473" y="15"/>
                  <a:pt x="482" y="19"/>
                </a:cubicBezTo>
                <a:cubicBezTo>
                  <a:pt x="491" y="23"/>
                  <a:pt x="497" y="32"/>
                  <a:pt x="497" y="42"/>
                </a:cubicBezTo>
                <a:lnTo>
                  <a:pt x="497" y="174"/>
                </a:lnTo>
                <a:cubicBezTo>
                  <a:pt x="497" y="188"/>
                  <a:pt x="486" y="199"/>
                  <a:pt x="473" y="199"/>
                </a:cubicBezTo>
                <a:lnTo>
                  <a:pt x="464" y="199"/>
                </a:lnTo>
                <a:lnTo>
                  <a:pt x="340" y="199"/>
                </a:lnTo>
                <a:cubicBezTo>
                  <a:pt x="330" y="199"/>
                  <a:pt x="321" y="193"/>
                  <a:pt x="317" y="183"/>
                </a:cubicBezTo>
                <a:cubicBezTo>
                  <a:pt x="314" y="174"/>
                  <a:pt x="316" y="164"/>
                  <a:pt x="323" y="156"/>
                </a:cubicBezTo>
                <a:lnTo>
                  <a:pt x="365" y="114"/>
                </a:lnTo>
                <a:cubicBezTo>
                  <a:pt x="301" y="50"/>
                  <a:pt x="197" y="51"/>
                  <a:pt x="132" y="115"/>
                </a:cubicBezTo>
                <a:lnTo>
                  <a:pt x="133" y="115"/>
                </a:lnTo>
                <a:moveTo>
                  <a:pt x="0" y="291"/>
                </a:moveTo>
                <a:cubicBezTo>
                  <a:pt x="0" y="277"/>
                  <a:pt x="11" y="266"/>
                  <a:pt x="26" y="266"/>
                </a:cubicBezTo>
                <a:lnTo>
                  <a:pt x="34" y="266"/>
                </a:lnTo>
                <a:lnTo>
                  <a:pt x="35" y="266"/>
                </a:lnTo>
                <a:lnTo>
                  <a:pt x="158" y="266"/>
                </a:lnTo>
                <a:cubicBezTo>
                  <a:pt x="168" y="266"/>
                  <a:pt x="178" y="272"/>
                  <a:pt x="181" y="281"/>
                </a:cubicBezTo>
                <a:cubicBezTo>
                  <a:pt x="185" y="291"/>
                  <a:pt x="183" y="301"/>
                  <a:pt x="176" y="308"/>
                </a:cubicBezTo>
                <a:lnTo>
                  <a:pt x="134" y="351"/>
                </a:lnTo>
                <a:cubicBezTo>
                  <a:pt x="198" y="414"/>
                  <a:pt x="302" y="414"/>
                  <a:pt x="366" y="350"/>
                </a:cubicBezTo>
                <a:cubicBezTo>
                  <a:pt x="384" y="332"/>
                  <a:pt x="398" y="310"/>
                  <a:pt x="405" y="288"/>
                </a:cubicBezTo>
                <a:cubicBezTo>
                  <a:pt x="412" y="271"/>
                  <a:pt x="430" y="262"/>
                  <a:pt x="448" y="268"/>
                </a:cubicBezTo>
                <a:cubicBezTo>
                  <a:pt x="465" y="274"/>
                  <a:pt x="474" y="293"/>
                  <a:pt x="468" y="310"/>
                </a:cubicBezTo>
                <a:cubicBezTo>
                  <a:pt x="457" y="342"/>
                  <a:pt x="438" y="371"/>
                  <a:pt x="413" y="397"/>
                </a:cubicBezTo>
                <a:cubicBezTo>
                  <a:pt x="323" y="487"/>
                  <a:pt x="177" y="487"/>
                  <a:pt x="87" y="398"/>
                </a:cubicBezTo>
                <a:lnTo>
                  <a:pt x="44" y="441"/>
                </a:lnTo>
                <a:cubicBezTo>
                  <a:pt x="37" y="448"/>
                  <a:pt x="26" y="450"/>
                  <a:pt x="16" y="446"/>
                </a:cubicBezTo>
                <a:cubicBezTo>
                  <a:pt x="6" y="442"/>
                  <a:pt x="0" y="433"/>
                  <a:pt x="0" y="423"/>
                </a:cubicBezTo>
                <a:lnTo>
                  <a:pt x="0" y="299"/>
                </a:lnTo>
                <a:lnTo>
                  <a:pt x="0" y="291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2638935" y="2357450"/>
            <a:ext cx="686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1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构建图形界面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767140" y="2927830"/>
            <a:ext cx="9154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多线程处理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：编译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3" name="任意多边形 152"/>
          <p:cNvSpPr/>
          <p:nvPr/>
        </p:nvSpPr>
        <p:spPr>
          <a:xfrm>
            <a:off x="456445" y="3556515"/>
            <a:ext cx="143280" cy="190800"/>
          </a:xfrm>
          <a:custGeom>
            <a:avLst/>
            <a:gdLst/>
            <a:ahLst/>
            <a:cxnLst/>
            <a:rect l="0" t="0" r="r" b="b"/>
            <a:pathLst>
              <a:path w="398" h="530">
                <a:moveTo>
                  <a:pt x="67" y="0"/>
                </a:moveTo>
                <a:cubicBezTo>
                  <a:pt x="29" y="0"/>
                  <a:pt x="0" y="29"/>
                  <a:pt x="0" y="66"/>
                </a:cubicBezTo>
                <a:lnTo>
                  <a:pt x="0" y="464"/>
                </a:lnTo>
                <a:cubicBezTo>
                  <a:pt x="0" y="500"/>
                  <a:pt x="29" y="530"/>
                  <a:pt x="67" y="530"/>
                </a:cubicBezTo>
                <a:lnTo>
                  <a:pt x="332" y="530"/>
                </a:lnTo>
                <a:cubicBezTo>
                  <a:pt x="368" y="530"/>
                  <a:pt x="398" y="500"/>
                  <a:pt x="398" y="464"/>
                </a:cubicBezTo>
                <a:lnTo>
                  <a:pt x="398" y="166"/>
                </a:lnTo>
                <a:lnTo>
                  <a:pt x="265" y="166"/>
                </a:lnTo>
                <a:cubicBezTo>
                  <a:pt x="247" y="166"/>
                  <a:pt x="232" y="150"/>
                  <a:pt x="232" y="132"/>
                </a:cubicBezTo>
                <a:lnTo>
                  <a:pt x="232" y="0"/>
                </a:lnTo>
                <a:lnTo>
                  <a:pt x="67" y="0"/>
                </a:lnTo>
                <a:moveTo>
                  <a:pt x="265" y="0"/>
                </a:moveTo>
                <a:lnTo>
                  <a:pt x="265" y="132"/>
                </a:lnTo>
                <a:lnTo>
                  <a:pt x="398" y="132"/>
                </a:lnTo>
                <a:lnTo>
                  <a:pt x="265" y="0"/>
                </a:lnTo>
                <a:moveTo>
                  <a:pt x="84" y="66"/>
                </a:moveTo>
                <a:lnTo>
                  <a:pt x="150" y="66"/>
                </a:lnTo>
                <a:cubicBezTo>
                  <a:pt x="159" y="66"/>
                  <a:pt x="166" y="73"/>
                  <a:pt x="166" y="83"/>
                </a:cubicBezTo>
                <a:cubicBezTo>
                  <a:pt x="166" y="92"/>
                  <a:pt x="159" y="99"/>
                  <a:pt x="150" y="99"/>
                </a:cubicBezTo>
                <a:lnTo>
                  <a:pt x="84" y="99"/>
                </a:lnTo>
                <a:cubicBezTo>
                  <a:pt x="74" y="99"/>
                  <a:pt x="67" y="92"/>
                  <a:pt x="67" y="83"/>
                </a:cubicBezTo>
                <a:cubicBezTo>
                  <a:pt x="67" y="73"/>
                  <a:pt x="74" y="66"/>
                  <a:pt x="84" y="66"/>
                </a:cubicBezTo>
                <a:moveTo>
                  <a:pt x="84" y="132"/>
                </a:moveTo>
                <a:lnTo>
                  <a:pt x="150" y="132"/>
                </a:lnTo>
                <a:cubicBezTo>
                  <a:pt x="159" y="132"/>
                  <a:pt x="166" y="140"/>
                  <a:pt x="166" y="149"/>
                </a:cubicBezTo>
                <a:cubicBezTo>
                  <a:pt x="166" y="159"/>
                  <a:pt x="159" y="166"/>
                  <a:pt x="150" y="166"/>
                </a:cubicBezTo>
                <a:lnTo>
                  <a:pt x="84" y="166"/>
                </a:lnTo>
                <a:cubicBezTo>
                  <a:pt x="74" y="166"/>
                  <a:pt x="67" y="159"/>
                  <a:pt x="67" y="149"/>
                </a:cubicBezTo>
                <a:cubicBezTo>
                  <a:pt x="67" y="140"/>
                  <a:pt x="74" y="132"/>
                  <a:pt x="84" y="132"/>
                </a:cubicBezTo>
                <a:moveTo>
                  <a:pt x="100" y="232"/>
                </a:moveTo>
                <a:lnTo>
                  <a:pt x="298" y="232"/>
                </a:lnTo>
                <a:cubicBezTo>
                  <a:pt x="317" y="232"/>
                  <a:pt x="332" y="247"/>
                  <a:pt x="332" y="265"/>
                </a:cubicBezTo>
                <a:lnTo>
                  <a:pt x="332" y="332"/>
                </a:lnTo>
                <a:cubicBezTo>
                  <a:pt x="332" y="350"/>
                  <a:pt x="317" y="365"/>
                  <a:pt x="298" y="365"/>
                </a:cubicBezTo>
                <a:lnTo>
                  <a:pt x="100" y="365"/>
                </a:lnTo>
                <a:cubicBezTo>
                  <a:pt x="82" y="365"/>
                  <a:pt x="67" y="350"/>
                  <a:pt x="67" y="332"/>
                </a:cubicBezTo>
                <a:lnTo>
                  <a:pt x="67" y="265"/>
                </a:lnTo>
                <a:cubicBezTo>
                  <a:pt x="67" y="247"/>
                  <a:pt x="82" y="232"/>
                  <a:pt x="100" y="232"/>
                </a:cubicBezTo>
                <a:moveTo>
                  <a:pt x="100" y="265"/>
                </a:moveTo>
                <a:lnTo>
                  <a:pt x="100" y="332"/>
                </a:lnTo>
                <a:lnTo>
                  <a:pt x="298" y="332"/>
                </a:lnTo>
                <a:lnTo>
                  <a:pt x="298" y="265"/>
                </a:lnTo>
                <a:lnTo>
                  <a:pt x="100" y="265"/>
                </a:lnTo>
                <a:moveTo>
                  <a:pt x="249" y="431"/>
                </a:moveTo>
                <a:lnTo>
                  <a:pt x="315" y="431"/>
                </a:lnTo>
                <a:cubicBezTo>
                  <a:pt x="324" y="431"/>
                  <a:pt x="332" y="438"/>
                  <a:pt x="332" y="447"/>
                </a:cubicBezTo>
                <a:cubicBezTo>
                  <a:pt x="332" y="456"/>
                  <a:pt x="324" y="464"/>
                  <a:pt x="315" y="464"/>
                </a:cubicBezTo>
                <a:lnTo>
                  <a:pt x="249" y="464"/>
                </a:lnTo>
                <a:cubicBezTo>
                  <a:pt x="240" y="464"/>
                  <a:pt x="232" y="456"/>
                  <a:pt x="232" y="447"/>
                </a:cubicBezTo>
                <a:cubicBezTo>
                  <a:pt x="232" y="438"/>
                  <a:pt x="240" y="431"/>
                  <a:pt x="249" y="431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2279170" y="2927830"/>
            <a:ext cx="2933065" cy="2305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alt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/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运行独立线程执行，避免界面卡顿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5" name="任意多边形 154"/>
          <p:cNvSpPr/>
          <p:nvPr/>
        </p:nvSpPr>
        <p:spPr>
          <a:xfrm>
            <a:off x="451495" y="4148895"/>
            <a:ext cx="225000" cy="175320"/>
          </a:xfrm>
          <a:custGeom>
            <a:avLst/>
            <a:gdLst/>
            <a:ahLst/>
            <a:cxnLst/>
            <a:rect l="0" t="0" r="r" b="b"/>
            <a:pathLst>
              <a:path w="625" h="487">
                <a:moveTo>
                  <a:pt x="582" y="256"/>
                </a:moveTo>
                <a:cubicBezTo>
                  <a:pt x="640" y="197"/>
                  <a:pt x="640" y="103"/>
                  <a:pt x="582" y="43"/>
                </a:cubicBezTo>
                <a:cubicBezTo>
                  <a:pt x="530" y="-8"/>
                  <a:pt x="449" y="-15"/>
                  <a:pt x="390" y="27"/>
                </a:cubicBezTo>
                <a:lnTo>
                  <a:pt x="388" y="28"/>
                </a:lnTo>
                <a:cubicBezTo>
                  <a:pt x="373" y="39"/>
                  <a:pt x="370" y="60"/>
                  <a:pt x="380" y="75"/>
                </a:cubicBezTo>
                <a:cubicBezTo>
                  <a:pt x="391" y="90"/>
                  <a:pt x="412" y="94"/>
                  <a:pt x="426" y="83"/>
                </a:cubicBezTo>
                <a:lnTo>
                  <a:pt x="428" y="82"/>
                </a:lnTo>
                <a:cubicBezTo>
                  <a:pt x="461" y="57"/>
                  <a:pt x="507" y="61"/>
                  <a:pt x="535" y="91"/>
                </a:cubicBezTo>
                <a:cubicBezTo>
                  <a:pt x="568" y="123"/>
                  <a:pt x="568" y="176"/>
                  <a:pt x="535" y="209"/>
                </a:cubicBezTo>
                <a:lnTo>
                  <a:pt x="419" y="325"/>
                </a:lnTo>
                <a:cubicBezTo>
                  <a:pt x="387" y="357"/>
                  <a:pt x="334" y="357"/>
                  <a:pt x="301" y="325"/>
                </a:cubicBezTo>
                <a:cubicBezTo>
                  <a:pt x="273" y="296"/>
                  <a:pt x="269" y="251"/>
                  <a:pt x="293" y="218"/>
                </a:cubicBezTo>
                <a:lnTo>
                  <a:pt x="294" y="216"/>
                </a:lnTo>
                <a:cubicBezTo>
                  <a:pt x="304" y="201"/>
                  <a:pt x="301" y="180"/>
                  <a:pt x="286" y="170"/>
                </a:cubicBezTo>
                <a:cubicBezTo>
                  <a:pt x="271" y="159"/>
                  <a:pt x="251" y="163"/>
                  <a:pt x="240" y="178"/>
                </a:cubicBezTo>
                <a:lnTo>
                  <a:pt x="239" y="179"/>
                </a:lnTo>
                <a:cubicBezTo>
                  <a:pt x="195" y="238"/>
                  <a:pt x="203" y="320"/>
                  <a:pt x="255" y="372"/>
                </a:cubicBezTo>
                <a:cubicBezTo>
                  <a:pt x="313" y="430"/>
                  <a:pt x="408" y="430"/>
                  <a:pt x="466" y="372"/>
                </a:cubicBezTo>
                <a:lnTo>
                  <a:pt x="582" y="256"/>
                </a:lnTo>
                <a:moveTo>
                  <a:pt x="44" y="231"/>
                </a:moveTo>
                <a:cubicBezTo>
                  <a:pt x="-14" y="290"/>
                  <a:pt x="-14" y="384"/>
                  <a:pt x="44" y="443"/>
                </a:cubicBezTo>
                <a:cubicBezTo>
                  <a:pt x="96" y="494"/>
                  <a:pt x="177" y="501"/>
                  <a:pt x="238" y="459"/>
                </a:cubicBezTo>
                <a:lnTo>
                  <a:pt x="239" y="458"/>
                </a:lnTo>
                <a:cubicBezTo>
                  <a:pt x="254" y="447"/>
                  <a:pt x="258" y="426"/>
                  <a:pt x="247" y="411"/>
                </a:cubicBezTo>
                <a:cubicBezTo>
                  <a:pt x="236" y="397"/>
                  <a:pt x="216" y="393"/>
                  <a:pt x="201" y="404"/>
                </a:cubicBezTo>
                <a:lnTo>
                  <a:pt x="199" y="405"/>
                </a:lnTo>
                <a:cubicBezTo>
                  <a:pt x="165" y="429"/>
                  <a:pt x="120" y="425"/>
                  <a:pt x="91" y="396"/>
                </a:cubicBezTo>
                <a:cubicBezTo>
                  <a:pt x="58" y="363"/>
                  <a:pt x="58" y="311"/>
                  <a:pt x="91" y="278"/>
                </a:cubicBezTo>
                <a:lnTo>
                  <a:pt x="208" y="162"/>
                </a:lnTo>
                <a:cubicBezTo>
                  <a:pt x="240" y="129"/>
                  <a:pt x="293" y="129"/>
                  <a:pt x="326" y="162"/>
                </a:cubicBezTo>
                <a:cubicBezTo>
                  <a:pt x="354" y="191"/>
                  <a:pt x="358" y="236"/>
                  <a:pt x="335" y="269"/>
                </a:cubicBezTo>
                <a:lnTo>
                  <a:pt x="333" y="271"/>
                </a:lnTo>
                <a:cubicBezTo>
                  <a:pt x="323" y="286"/>
                  <a:pt x="326" y="307"/>
                  <a:pt x="341" y="317"/>
                </a:cubicBezTo>
                <a:cubicBezTo>
                  <a:pt x="356" y="328"/>
                  <a:pt x="377" y="324"/>
                  <a:pt x="387" y="310"/>
                </a:cubicBezTo>
                <a:lnTo>
                  <a:pt x="388" y="308"/>
                </a:lnTo>
                <a:cubicBezTo>
                  <a:pt x="431" y="248"/>
                  <a:pt x="424" y="167"/>
                  <a:pt x="372" y="115"/>
                </a:cubicBezTo>
                <a:cubicBezTo>
                  <a:pt x="314" y="56"/>
                  <a:pt x="220" y="56"/>
                  <a:pt x="160" y="115"/>
                </a:cubicBezTo>
                <a:lnTo>
                  <a:pt x="44" y="231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767245" y="3532335"/>
            <a:ext cx="20584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临时文件管理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：安全创建与自动清理机制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7" name="任意多边形 156"/>
          <p:cNvSpPr/>
          <p:nvPr/>
        </p:nvSpPr>
        <p:spPr>
          <a:xfrm>
            <a:off x="450095" y="4725325"/>
            <a:ext cx="190800" cy="191160"/>
          </a:xfrm>
          <a:custGeom>
            <a:avLst/>
            <a:gdLst/>
            <a:ahLst/>
            <a:cxnLst/>
            <a:rect l="0" t="0" r="r" b="b"/>
            <a:pathLst>
              <a:path w="530" h="531">
                <a:moveTo>
                  <a:pt x="59" y="200"/>
                </a:moveTo>
                <a:lnTo>
                  <a:pt x="69" y="217"/>
                </a:lnTo>
                <a:cubicBezTo>
                  <a:pt x="78" y="232"/>
                  <a:pt x="92" y="244"/>
                  <a:pt x="108" y="249"/>
                </a:cubicBezTo>
                <a:lnTo>
                  <a:pt x="169" y="266"/>
                </a:lnTo>
                <a:cubicBezTo>
                  <a:pt x="187" y="271"/>
                  <a:pt x="199" y="287"/>
                  <a:pt x="199" y="306"/>
                </a:cubicBezTo>
                <a:lnTo>
                  <a:pt x="199" y="347"/>
                </a:lnTo>
                <a:cubicBezTo>
                  <a:pt x="199" y="358"/>
                  <a:pt x="206" y="368"/>
                  <a:pt x="216" y="374"/>
                </a:cubicBezTo>
                <a:cubicBezTo>
                  <a:pt x="226" y="379"/>
                  <a:pt x="232" y="389"/>
                  <a:pt x="232" y="400"/>
                </a:cubicBezTo>
                <a:lnTo>
                  <a:pt x="232" y="441"/>
                </a:lnTo>
                <a:cubicBezTo>
                  <a:pt x="232" y="457"/>
                  <a:pt x="248" y="468"/>
                  <a:pt x="263" y="464"/>
                </a:cubicBezTo>
                <a:cubicBezTo>
                  <a:pt x="280" y="459"/>
                  <a:pt x="293" y="446"/>
                  <a:pt x="297" y="429"/>
                </a:cubicBezTo>
                <a:lnTo>
                  <a:pt x="300" y="417"/>
                </a:lnTo>
                <a:cubicBezTo>
                  <a:pt x="304" y="400"/>
                  <a:pt x="316" y="385"/>
                  <a:pt x="331" y="376"/>
                </a:cubicBezTo>
                <a:lnTo>
                  <a:pt x="340" y="371"/>
                </a:lnTo>
                <a:cubicBezTo>
                  <a:pt x="355" y="363"/>
                  <a:pt x="365" y="346"/>
                  <a:pt x="365" y="328"/>
                </a:cubicBezTo>
                <a:lnTo>
                  <a:pt x="365" y="320"/>
                </a:lnTo>
                <a:cubicBezTo>
                  <a:pt x="365" y="307"/>
                  <a:pt x="359" y="294"/>
                  <a:pt x="350" y="285"/>
                </a:cubicBezTo>
                <a:lnTo>
                  <a:pt x="346" y="281"/>
                </a:lnTo>
                <a:cubicBezTo>
                  <a:pt x="337" y="271"/>
                  <a:pt x="324" y="266"/>
                  <a:pt x="311" y="266"/>
                </a:cubicBezTo>
                <a:lnTo>
                  <a:pt x="266" y="266"/>
                </a:lnTo>
                <a:cubicBezTo>
                  <a:pt x="255" y="266"/>
                  <a:pt x="244" y="263"/>
                  <a:pt x="234" y="257"/>
                </a:cubicBezTo>
                <a:lnTo>
                  <a:pt x="198" y="237"/>
                </a:lnTo>
                <a:cubicBezTo>
                  <a:pt x="193" y="233"/>
                  <a:pt x="190" y="229"/>
                  <a:pt x="188" y="224"/>
                </a:cubicBezTo>
                <a:cubicBezTo>
                  <a:pt x="185" y="215"/>
                  <a:pt x="190" y="204"/>
                  <a:pt x="199" y="199"/>
                </a:cubicBezTo>
                <a:lnTo>
                  <a:pt x="205" y="196"/>
                </a:lnTo>
                <a:cubicBezTo>
                  <a:pt x="212" y="193"/>
                  <a:pt x="220" y="192"/>
                  <a:pt x="227" y="194"/>
                </a:cubicBezTo>
                <a:lnTo>
                  <a:pt x="251" y="202"/>
                </a:lnTo>
                <a:cubicBezTo>
                  <a:pt x="260" y="205"/>
                  <a:pt x="269" y="202"/>
                  <a:pt x="274" y="195"/>
                </a:cubicBezTo>
                <a:cubicBezTo>
                  <a:pt x="279" y="187"/>
                  <a:pt x="278" y="178"/>
                  <a:pt x="272" y="171"/>
                </a:cubicBezTo>
                <a:lnTo>
                  <a:pt x="258" y="154"/>
                </a:lnTo>
                <a:cubicBezTo>
                  <a:pt x="248" y="142"/>
                  <a:pt x="248" y="124"/>
                  <a:pt x="259" y="112"/>
                </a:cubicBezTo>
                <a:lnTo>
                  <a:pt x="275" y="93"/>
                </a:lnTo>
                <a:cubicBezTo>
                  <a:pt x="284" y="82"/>
                  <a:pt x="285" y="67"/>
                  <a:pt x="279" y="55"/>
                </a:cubicBezTo>
                <a:lnTo>
                  <a:pt x="276" y="50"/>
                </a:lnTo>
                <a:cubicBezTo>
                  <a:pt x="272" y="50"/>
                  <a:pt x="269" y="50"/>
                  <a:pt x="265" y="50"/>
                </a:cubicBezTo>
                <a:cubicBezTo>
                  <a:pt x="169" y="50"/>
                  <a:pt x="87" y="113"/>
                  <a:pt x="59" y="200"/>
                </a:cubicBezTo>
                <a:moveTo>
                  <a:pt x="480" y="266"/>
                </a:moveTo>
                <a:cubicBezTo>
                  <a:pt x="480" y="227"/>
                  <a:pt x="470" y="191"/>
                  <a:pt x="453" y="160"/>
                </a:cubicBezTo>
                <a:lnTo>
                  <a:pt x="427" y="171"/>
                </a:lnTo>
                <a:cubicBezTo>
                  <a:pt x="410" y="177"/>
                  <a:pt x="402" y="195"/>
                  <a:pt x="408" y="212"/>
                </a:cubicBezTo>
                <a:lnTo>
                  <a:pt x="425" y="265"/>
                </a:lnTo>
                <a:cubicBezTo>
                  <a:pt x="429" y="276"/>
                  <a:pt x="437" y="284"/>
                  <a:pt x="448" y="287"/>
                </a:cubicBezTo>
                <a:lnTo>
                  <a:pt x="478" y="294"/>
                </a:lnTo>
                <a:cubicBezTo>
                  <a:pt x="480" y="285"/>
                  <a:pt x="480" y="276"/>
                  <a:pt x="480" y="266"/>
                </a:cubicBezTo>
                <a:moveTo>
                  <a:pt x="0" y="266"/>
                </a:moveTo>
                <a:cubicBezTo>
                  <a:pt x="0" y="249"/>
                  <a:pt x="2" y="230"/>
                  <a:pt x="5" y="213"/>
                </a:cubicBezTo>
                <a:cubicBezTo>
                  <a:pt x="8" y="196"/>
                  <a:pt x="13" y="180"/>
                  <a:pt x="20" y="164"/>
                </a:cubicBezTo>
                <a:cubicBezTo>
                  <a:pt x="27" y="148"/>
                  <a:pt x="35" y="132"/>
                  <a:pt x="44" y="118"/>
                </a:cubicBezTo>
                <a:cubicBezTo>
                  <a:pt x="54" y="104"/>
                  <a:pt x="65" y="90"/>
                  <a:pt x="77" y="78"/>
                </a:cubicBezTo>
                <a:cubicBezTo>
                  <a:pt x="90" y="66"/>
                  <a:pt x="103" y="55"/>
                  <a:pt x="117" y="45"/>
                </a:cubicBezTo>
                <a:cubicBezTo>
                  <a:pt x="132" y="35"/>
                  <a:pt x="147" y="27"/>
                  <a:pt x="164" y="21"/>
                </a:cubicBezTo>
                <a:cubicBezTo>
                  <a:pt x="180" y="14"/>
                  <a:pt x="197" y="9"/>
                  <a:pt x="214" y="6"/>
                </a:cubicBezTo>
                <a:cubicBezTo>
                  <a:pt x="231" y="2"/>
                  <a:pt x="248" y="0"/>
                  <a:pt x="265" y="0"/>
                </a:cubicBezTo>
                <a:cubicBezTo>
                  <a:pt x="283" y="0"/>
                  <a:pt x="300" y="2"/>
                  <a:pt x="317" y="6"/>
                </a:cubicBezTo>
                <a:cubicBezTo>
                  <a:pt x="334" y="9"/>
                  <a:pt x="351" y="14"/>
                  <a:pt x="367" y="21"/>
                </a:cubicBezTo>
                <a:cubicBezTo>
                  <a:pt x="383" y="27"/>
                  <a:pt x="398" y="35"/>
                  <a:pt x="412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4"/>
                  <a:pt x="485" y="118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6"/>
                  <a:pt x="525" y="213"/>
                </a:cubicBezTo>
                <a:cubicBezTo>
                  <a:pt x="528" y="230"/>
                  <a:pt x="530" y="249"/>
                  <a:pt x="530" y="266"/>
                </a:cubicBezTo>
                <a:cubicBezTo>
                  <a:pt x="530" y="283"/>
                  <a:pt x="528" y="301"/>
                  <a:pt x="525" y="318"/>
                </a:cubicBezTo>
                <a:cubicBezTo>
                  <a:pt x="522" y="335"/>
                  <a:pt x="517" y="351"/>
                  <a:pt x="510" y="367"/>
                </a:cubicBezTo>
                <a:cubicBezTo>
                  <a:pt x="503" y="383"/>
                  <a:pt x="495" y="399"/>
                  <a:pt x="485" y="413"/>
                </a:cubicBezTo>
                <a:cubicBezTo>
                  <a:pt x="476" y="427"/>
                  <a:pt x="465" y="441"/>
                  <a:pt x="453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6"/>
                  <a:pt x="383" y="504"/>
                  <a:pt x="367" y="510"/>
                </a:cubicBezTo>
                <a:cubicBezTo>
                  <a:pt x="351" y="517"/>
                  <a:pt x="334" y="522"/>
                  <a:pt x="317" y="526"/>
                </a:cubicBezTo>
                <a:cubicBezTo>
                  <a:pt x="300" y="529"/>
                  <a:pt x="283" y="531"/>
                  <a:pt x="265" y="531"/>
                </a:cubicBezTo>
                <a:cubicBezTo>
                  <a:pt x="248" y="531"/>
                  <a:pt x="231" y="529"/>
                  <a:pt x="214" y="526"/>
                </a:cubicBezTo>
                <a:cubicBezTo>
                  <a:pt x="197" y="522"/>
                  <a:pt x="180" y="517"/>
                  <a:pt x="164" y="510"/>
                </a:cubicBezTo>
                <a:cubicBezTo>
                  <a:pt x="147" y="504"/>
                  <a:pt x="132" y="496"/>
                  <a:pt x="117" y="486"/>
                </a:cubicBezTo>
                <a:cubicBezTo>
                  <a:pt x="103" y="476"/>
                  <a:pt x="90" y="465"/>
                  <a:pt x="77" y="453"/>
                </a:cubicBezTo>
                <a:cubicBezTo>
                  <a:pt x="65" y="441"/>
                  <a:pt x="54" y="427"/>
                  <a:pt x="44" y="413"/>
                </a:cubicBezTo>
                <a:cubicBezTo>
                  <a:pt x="35" y="399"/>
                  <a:pt x="27" y="383"/>
                  <a:pt x="20" y="367"/>
                </a:cubicBezTo>
                <a:cubicBezTo>
                  <a:pt x="13" y="351"/>
                  <a:pt x="8" y="335"/>
                  <a:pt x="5" y="318"/>
                </a:cubicBezTo>
                <a:cubicBezTo>
                  <a:pt x="2" y="301"/>
                  <a:pt x="0" y="283"/>
                  <a:pt x="0" y="266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8" name="文本框 157"/>
          <p:cNvSpPr txBox="1"/>
          <p:nvPr/>
        </p:nvSpPr>
        <p:spPr>
          <a:xfrm>
            <a:off x="767035" y="4109340"/>
            <a:ext cx="16012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信号槽机制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：模块间松耦合通信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767140" y="4686540"/>
            <a:ext cx="14868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跨平台兼容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：支持多系统运行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任意多边形 1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1" name="任意多边形 1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62" name="图片 16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3429000"/>
            <a:ext cx="12191760" cy="342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任意多边形 162"/>
          <p:cNvSpPr/>
          <p:nvPr/>
        </p:nvSpPr>
        <p:spPr>
          <a:xfrm>
            <a:off x="456840" y="92376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4"/>
                </a:cubicBezTo>
                <a:cubicBezTo>
                  <a:pt x="7" y="27"/>
                  <a:pt x="11" y="21"/>
                  <a:pt x="16" y="16"/>
                </a:cubicBezTo>
                <a:cubicBezTo>
                  <a:pt x="21" y="11"/>
                  <a:pt x="27" y="8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8"/>
                  <a:pt x="2098" y="11"/>
                  <a:pt x="2103" y="16"/>
                </a:cubicBezTo>
                <a:cubicBezTo>
                  <a:pt x="2108" y="21"/>
                  <a:pt x="2111" y="27"/>
                  <a:pt x="2114" y="34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1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1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4" name="任意多边形 163"/>
          <p:cNvSpPr/>
          <p:nvPr/>
        </p:nvSpPr>
        <p:spPr>
          <a:xfrm>
            <a:off x="459360" y="510120"/>
            <a:ext cx="421200" cy="335160"/>
          </a:xfrm>
          <a:custGeom>
            <a:avLst/>
            <a:gdLst/>
            <a:ahLst/>
            <a:cxnLst/>
            <a:rect l="0" t="0" r="r" b="b"/>
            <a:pathLst>
              <a:path w="1170" h="931">
                <a:moveTo>
                  <a:pt x="568" y="236"/>
                </a:moveTo>
                <a:cubicBezTo>
                  <a:pt x="582" y="225"/>
                  <a:pt x="587" y="206"/>
                  <a:pt x="580" y="190"/>
                </a:cubicBezTo>
                <a:cubicBezTo>
                  <a:pt x="576" y="180"/>
                  <a:pt x="571" y="170"/>
                  <a:pt x="566" y="161"/>
                </a:cubicBezTo>
                <a:lnTo>
                  <a:pt x="560" y="151"/>
                </a:lnTo>
                <a:cubicBezTo>
                  <a:pt x="554" y="142"/>
                  <a:pt x="548" y="133"/>
                  <a:pt x="542" y="124"/>
                </a:cubicBezTo>
                <a:cubicBezTo>
                  <a:pt x="531" y="110"/>
                  <a:pt x="513" y="105"/>
                  <a:pt x="496" y="111"/>
                </a:cubicBezTo>
                <a:lnTo>
                  <a:pt x="442" y="128"/>
                </a:lnTo>
                <a:cubicBezTo>
                  <a:pt x="422" y="112"/>
                  <a:pt x="400" y="98"/>
                  <a:pt x="375" y="89"/>
                </a:cubicBezTo>
                <a:lnTo>
                  <a:pt x="364" y="35"/>
                </a:lnTo>
                <a:cubicBezTo>
                  <a:pt x="360" y="18"/>
                  <a:pt x="347" y="4"/>
                  <a:pt x="329" y="2"/>
                </a:cubicBezTo>
                <a:cubicBezTo>
                  <a:pt x="317" y="0"/>
                  <a:pt x="305" y="0"/>
                  <a:pt x="292" y="0"/>
                </a:cubicBezTo>
                <a:lnTo>
                  <a:pt x="291" y="0"/>
                </a:lnTo>
                <a:cubicBezTo>
                  <a:pt x="278" y="0"/>
                  <a:pt x="265" y="0"/>
                  <a:pt x="253" y="2"/>
                </a:cubicBezTo>
                <a:cubicBezTo>
                  <a:pt x="236" y="4"/>
                  <a:pt x="222" y="18"/>
                  <a:pt x="219" y="35"/>
                </a:cubicBezTo>
                <a:lnTo>
                  <a:pt x="207" y="89"/>
                </a:lnTo>
                <a:cubicBezTo>
                  <a:pt x="183" y="98"/>
                  <a:pt x="160" y="112"/>
                  <a:pt x="140" y="128"/>
                </a:cubicBezTo>
                <a:lnTo>
                  <a:pt x="87" y="111"/>
                </a:lnTo>
                <a:cubicBezTo>
                  <a:pt x="71" y="105"/>
                  <a:pt x="52" y="110"/>
                  <a:pt x="41" y="124"/>
                </a:cubicBezTo>
                <a:cubicBezTo>
                  <a:pt x="35" y="133"/>
                  <a:pt x="29" y="142"/>
                  <a:pt x="23" y="151"/>
                </a:cubicBezTo>
                <a:lnTo>
                  <a:pt x="17" y="161"/>
                </a:lnTo>
                <a:cubicBezTo>
                  <a:pt x="12" y="170"/>
                  <a:pt x="8" y="180"/>
                  <a:pt x="3" y="190"/>
                </a:cubicBezTo>
                <a:cubicBezTo>
                  <a:pt x="-4" y="206"/>
                  <a:pt x="2" y="225"/>
                  <a:pt x="15" y="237"/>
                </a:cubicBezTo>
                <a:lnTo>
                  <a:pt x="56" y="274"/>
                </a:lnTo>
                <a:cubicBezTo>
                  <a:pt x="54" y="286"/>
                  <a:pt x="53" y="299"/>
                  <a:pt x="53" y="312"/>
                </a:cubicBezTo>
                <a:cubicBezTo>
                  <a:pt x="53" y="325"/>
                  <a:pt x="54" y="338"/>
                  <a:pt x="56" y="351"/>
                </a:cubicBezTo>
                <a:lnTo>
                  <a:pt x="15" y="388"/>
                </a:lnTo>
                <a:cubicBezTo>
                  <a:pt x="2" y="400"/>
                  <a:pt x="-4" y="418"/>
                  <a:pt x="3" y="434"/>
                </a:cubicBezTo>
                <a:cubicBezTo>
                  <a:pt x="8" y="444"/>
                  <a:pt x="12" y="454"/>
                  <a:pt x="17" y="463"/>
                </a:cubicBezTo>
                <a:lnTo>
                  <a:pt x="23" y="473"/>
                </a:lnTo>
                <a:cubicBezTo>
                  <a:pt x="29" y="483"/>
                  <a:pt x="35" y="492"/>
                  <a:pt x="41" y="500"/>
                </a:cubicBezTo>
                <a:cubicBezTo>
                  <a:pt x="52" y="514"/>
                  <a:pt x="71" y="519"/>
                  <a:pt x="87" y="514"/>
                </a:cubicBezTo>
                <a:lnTo>
                  <a:pt x="140" y="496"/>
                </a:lnTo>
                <a:cubicBezTo>
                  <a:pt x="160" y="513"/>
                  <a:pt x="183" y="526"/>
                  <a:pt x="207" y="535"/>
                </a:cubicBezTo>
                <a:lnTo>
                  <a:pt x="219" y="589"/>
                </a:lnTo>
                <a:cubicBezTo>
                  <a:pt x="222" y="607"/>
                  <a:pt x="236" y="620"/>
                  <a:pt x="253" y="622"/>
                </a:cubicBezTo>
                <a:cubicBezTo>
                  <a:pt x="265" y="624"/>
                  <a:pt x="278" y="625"/>
                  <a:pt x="291" y="625"/>
                </a:cubicBezTo>
                <a:cubicBezTo>
                  <a:pt x="304" y="625"/>
                  <a:pt x="316" y="624"/>
                  <a:pt x="329" y="622"/>
                </a:cubicBezTo>
                <a:cubicBezTo>
                  <a:pt x="346" y="620"/>
                  <a:pt x="360" y="606"/>
                  <a:pt x="363" y="589"/>
                </a:cubicBezTo>
                <a:lnTo>
                  <a:pt x="375" y="535"/>
                </a:lnTo>
                <a:cubicBezTo>
                  <a:pt x="399" y="526"/>
                  <a:pt x="422" y="513"/>
                  <a:pt x="442" y="496"/>
                </a:cubicBezTo>
                <a:lnTo>
                  <a:pt x="495" y="514"/>
                </a:lnTo>
                <a:cubicBezTo>
                  <a:pt x="512" y="519"/>
                  <a:pt x="531" y="514"/>
                  <a:pt x="541" y="500"/>
                </a:cubicBezTo>
                <a:cubicBezTo>
                  <a:pt x="548" y="492"/>
                  <a:pt x="554" y="483"/>
                  <a:pt x="560" y="473"/>
                </a:cubicBezTo>
                <a:lnTo>
                  <a:pt x="565" y="463"/>
                </a:lnTo>
                <a:cubicBezTo>
                  <a:pt x="571" y="454"/>
                  <a:pt x="575" y="444"/>
                  <a:pt x="580" y="434"/>
                </a:cubicBezTo>
                <a:cubicBezTo>
                  <a:pt x="586" y="418"/>
                  <a:pt x="581" y="400"/>
                  <a:pt x="568" y="388"/>
                </a:cubicBezTo>
                <a:lnTo>
                  <a:pt x="527" y="351"/>
                </a:lnTo>
                <a:cubicBezTo>
                  <a:pt x="529" y="338"/>
                  <a:pt x="530" y="325"/>
                  <a:pt x="530" y="312"/>
                </a:cubicBezTo>
                <a:cubicBezTo>
                  <a:pt x="530" y="299"/>
                  <a:pt x="529" y="286"/>
                  <a:pt x="527" y="273"/>
                </a:cubicBezTo>
                <a:lnTo>
                  <a:pt x="568" y="236"/>
                </a:lnTo>
                <a:moveTo>
                  <a:pt x="202" y="312"/>
                </a:moveTo>
                <a:cubicBezTo>
                  <a:pt x="202" y="300"/>
                  <a:pt x="204" y="289"/>
                  <a:pt x="209" y="278"/>
                </a:cubicBezTo>
                <a:cubicBezTo>
                  <a:pt x="213" y="267"/>
                  <a:pt x="220" y="257"/>
                  <a:pt x="228" y="249"/>
                </a:cubicBezTo>
                <a:cubicBezTo>
                  <a:pt x="236" y="241"/>
                  <a:pt x="246" y="234"/>
                  <a:pt x="257" y="230"/>
                </a:cubicBezTo>
                <a:cubicBezTo>
                  <a:pt x="268" y="225"/>
                  <a:pt x="279" y="223"/>
                  <a:pt x="291" y="223"/>
                </a:cubicBezTo>
                <a:cubicBezTo>
                  <a:pt x="303" y="223"/>
                  <a:pt x="314" y="225"/>
                  <a:pt x="325" y="230"/>
                </a:cubicBezTo>
                <a:cubicBezTo>
                  <a:pt x="336" y="234"/>
                  <a:pt x="346" y="241"/>
                  <a:pt x="354" y="249"/>
                </a:cubicBezTo>
                <a:cubicBezTo>
                  <a:pt x="363" y="257"/>
                  <a:pt x="369" y="267"/>
                  <a:pt x="374" y="278"/>
                </a:cubicBezTo>
                <a:cubicBezTo>
                  <a:pt x="378" y="289"/>
                  <a:pt x="380" y="300"/>
                  <a:pt x="380" y="312"/>
                </a:cubicBezTo>
                <a:cubicBezTo>
                  <a:pt x="380" y="324"/>
                  <a:pt x="378" y="335"/>
                  <a:pt x="374" y="346"/>
                </a:cubicBezTo>
                <a:cubicBezTo>
                  <a:pt x="369" y="357"/>
                  <a:pt x="363" y="367"/>
                  <a:pt x="354" y="375"/>
                </a:cubicBezTo>
                <a:cubicBezTo>
                  <a:pt x="346" y="384"/>
                  <a:pt x="336" y="390"/>
                  <a:pt x="325" y="395"/>
                </a:cubicBezTo>
                <a:cubicBezTo>
                  <a:pt x="314" y="399"/>
                  <a:pt x="303" y="402"/>
                  <a:pt x="291" y="402"/>
                </a:cubicBezTo>
                <a:cubicBezTo>
                  <a:pt x="279" y="402"/>
                  <a:pt x="268" y="399"/>
                  <a:pt x="257" y="395"/>
                </a:cubicBezTo>
                <a:cubicBezTo>
                  <a:pt x="246" y="390"/>
                  <a:pt x="236" y="384"/>
                  <a:pt x="228" y="375"/>
                </a:cubicBezTo>
                <a:cubicBezTo>
                  <a:pt x="220" y="367"/>
                  <a:pt x="213" y="357"/>
                  <a:pt x="209" y="346"/>
                </a:cubicBezTo>
                <a:cubicBezTo>
                  <a:pt x="204" y="335"/>
                  <a:pt x="202" y="324"/>
                  <a:pt x="202" y="312"/>
                </a:cubicBezTo>
                <a:moveTo>
                  <a:pt x="933" y="917"/>
                </a:moveTo>
                <a:cubicBezTo>
                  <a:pt x="945" y="930"/>
                  <a:pt x="964" y="935"/>
                  <a:pt x="980" y="928"/>
                </a:cubicBezTo>
                <a:cubicBezTo>
                  <a:pt x="990" y="924"/>
                  <a:pt x="999" y="920"/>
                  <a:pt x="1009" y="914"/>
                </a:cubicBezTo>
                <a:lnTo>
                  <a:pt x="1019" y="909"/>
                </a:lnTo>
                <a:cubicBezTo>
                  <a:pt x="1028" y="902"/>
                  <a:pt x="1037" y="896"/>
                  <a:pt x="1046" y="889"/>
                </a:cubicBezTo>
                <a:cubicBezTo>
                  <a:pt x="1060" y="879"/>
                  <a:pt x="1065" y="860"/>
                  <a:pt x="1059" y="843"/>
                </a:cubicBezTo>
                <a:lnTo>
                  <a:pt x="1042" y="791"/>
                </a:lnTo>
                <a:cubicBezTo>
                  <a:pt x="1058" y="771"/>
                  <a:pt x="1072" y="748"/>
                  <a:pt x="1081" y="724"/>
                </a:cubicBezTo>
                <a:lnTo>
                  <a:pt x="1135" y="712"/>
                </a:lnTo>
                <a:cubicBezTo>
                  <a:pt x="1152" y="709"/>
                  <a:pt x="1166" y="695"/>
                  <a:pt x="1168" y="678"/>
                </a:cubicBezTo>
                <a:cubicBezTo>
                  <a:pt x="1169" y="665"/>
                  <a:pt x="1170" y="653"/>
                  <a:pt x="1170" y="640"/>
                </a:cubicBezTo>
                <a:cubicBezTo>
                  <a:pt x="1170" y="627"/>
                  <a:pt x="1169" y="614"/>
                  <a:pt x="1168" y="602"/>
                </a:cubicBezTo>
                <a:cubicBezTo>
                  <a:pt x="1166" y="584"/>
                  <a:pt x="1152" y="571"/>
                  <a:pt x="1135" y="567"/>
                </a:cubicBezTo>
                <a:lnTo>
                  <a:pt x="1081" y="556"/>
                </a:lnTo>
                <a:cubicBezTo>
                  <a:pt x="1071" y="531"/>
                  <a:pt x="1058" y="508"/>
                  <a:pt x="1042" y="489"/>
                </a:cubicBezTo>
                <a:lnTo>
                  <a:pt x="1059" y="436"/>
                </a:lnTo>
                <a:cubicBezTo>
                  <a:pt x="1065" y="419"/>
                  <a:pt x="1060" y="401"/>
                  <a:pt x="1046" y="390"/>
                </a:cubicBezTo>
                <a:cubicBezTo>
                  <a:pt x="1037" y="384"/>
                  <a:pt x="1028" y="378"/>
                  <a:pt x="1019" y="372"/>
                </a:cubicBezTo>
                <a:lnTo>
                  <a:pt x="1009" y="366"/>
                </a:lnTo>
                <a:cubicBezTo>
                  <a:pt x="1000" y="361"/>
                  <a:pt x="990" y="356"/>
                  <a:pt x="980" y="352"/>
                </a:cubicBezTo>
                <a:cubicBezTo>
                  <a:pt x="964" y="345"/>
                  <a:pt x="945" y="350"/>
                  <a:pt x="933" y="364"/>
                </a:cubicBezTo>
                <a:lnTo>
                  <a:pt x="897" y="405"/>
                </a:lnTo>
                <a:cubicBezTo>
                  <a:pt x="884" y="403"/>
                  <a:pt x="871" y="402"/>
                  <a:pt x="858" y="402"/>
                </a:cubicBezTo>
                <a:cubicBezTo>
                  <a:pt x="844" y="402"/>
                  <a:pt x="831" y="403"/>
                  <a:pt x="819" y="405"/>
                </a:cubicBezTo>
                <a:lnTo>
                  <a:pt x="782" y="364"/>
                </a:lnTo>
                <a:cubicBezTo>
                  <a:pt x="770" y="350"/>
                  <a:pt x="752" y="345"/>
                  <a:pt x="735" y="352"/>
                </a:cubicBezTo>
                <a:cubicBezTo>
                  <a:pt x="726" y="356"/>
                  <a:pt x="716" y="361"/>
                  <a:pt x="706" y="366"/>
                </a:cubicBezTo>
                <a:lnTo>
                  <a:pt x="697" y="372"/>
                </a:lnTo>
                <a:cubicBezTo>
                  <a:pt x="687" y="377"/>
                  <a:pt x="678" y="383"/>
                  <a:pt x="670" y="390"/>
                </a:cubicBezTo>
                <a:cubicBezTo>
                  <a:pt x="655" y="401"/>
                  <a:pt x="651" y="419"/>
                  <a:pt x="656" y="436"/>
                </a:cubicBezTo>
                <a:lnTo>
                  <a:pt x="674" y="489"/>
                </a:lnTo>
                <a:cubicBezTo>
                  <a:pt x="657" y="508"/>
                  <a:pt x="644" y="531"/>
                  <a:pt x="635" y="556"/>
                </a:cubicBezTo>
                <a:lnTo>
                  <a:pt x="581" y="567"/>
                </a:lnTo>
                <a:cubicBezTo>
                  <a:pt x="563" y="571"/>
                  <a:pt x="550" y="584"/>
                  <a:pt x="548" y="601"/>
                </a:cubicBezTo>
                <a:cubicBezTo>
                  <a:pt x="546" y="614"/>
                  <a:pt x="545" y="627"/>
                  <a:pt x="545" y="639"/>
                </a:cubicBezTo>
                <a:cubicBezTo>
                  <a:pt x="545" y="652"/>
                  <a:pt x="546" y="665"/>
                  <a:pt x="548" y="677"/>
                </a:cubicBezTo>
                <a:cubicBezTo>
                  <a:pt x="550" y="695"/>
                  <a:pt x="564" y="708"/>
                  <a:pt x="581" y="712"/>
                </a:cubicBezTo>
                <a:lnTo>
                  <a:pt x="635" y="723"/>
                </a:lnTo>
                <a:cubicBezTo>
                  <a:pt x="644" y="748"/>
                  <a:pt x="657" y="771"/>
                  <a:pt x="674" y="791"/>
                </a:cubicBezTo>
                <a:lnTo>
                  <a:pt x="656" y="843"/>
                </a:lnTo>
                <a:cubicBezTo>
                  <a:pt x="651" y="860"/>
                  <a:pt x="655" y="878"/>
                  <a:pt x="670" y="889"/>
                </a:cubicBezTo>
                <a:cubicBezTo>
                  <a:pt x="678" y="895"/>
                  <a:pt x="687" y="902"/>
                  <a:pt x="697" y="907"/>
                </a:cubicBezTo>
                <a:lnTo>
                  <a:pt x="707" y="914"/>
                </a:lnTo>
                <a:cubicBezTo>
                  <a:pt x="716" y="919"/>
                  <a:pt x="726" y="924"/>
                  <a:pt x="736" y="928"/>
                </a:cubicBezTo>
                <a:cubicBezTo>
                  <a:pt x="752" y="935"/>
                  <a:pt x="770" y="930"/>
                  <a:pt x="782" y="917"/>
                </a:cubicBezTo>
                <a:lnTo>
                  <a:pt x="819" y="874"/>
                </a:lnTo>
                <a:cubicBezTo>
                  <a:pt x="832" y="876"/>
                  <a:pt x="845" y="877"/>
                  <a:pt x="858" y="877"/>
                </a:cubicBezTo>
                <a:cubicBezTo>
                  <a:pt x="871" y="877"/>
                  <a:pt x="884" y="876"/>
                  <a:pt x="897" y="874"/>
                </a:cubicBezTo>
                <a:lnTo>
                  <a:pt x="934" y="917"/>
                </a:lnTo>
                <a:lnTo>
                  <a:pt x="933" y="917"/>
                </a:lnTo>
                <a:moveTo>
                  <a:pt x="858" y="550"/>
                </a:moveTo>
                <a:cubicBezTo>
                  <a:pt x="870" y="550"/>
                  <a:pt x="881" y="553"/>
                  <a:pt x="892" y="557"/>
                </a:cubicBezTo>
                <a:cubicBezTo>
                  <a:pt x="903" y="562"/>
                  <a:pt x="912" y="568"/>
                  <a:pt x="921" y="576"/>
                </a:cubicBezTo>
                <a:cubicBezTo>
                  <a:pt x="929" y="585"/>
                  <a:pt x="936" y="595"/>
                  <a:pt x="940" y="605"/>
                </a:cubicBezTo>
                <a:cubicBezTo>
                  <a:pt x="945" y="616"/>
                  <a:pt x="947" y="628"/>
                  <a:pt x="947" y="640"/>
                </a:cubicBezTo>
                <a:cubicBezTo>
                  <a:pt x="947" y="651"/>
                  <a:pt x="945" y="663"/>
                  <a:pt x="940" y="674"/>
                </a:cubicBezTo>
                <a:cubicBezTo>
                  <a:pt x="936" y="685"/>
                  <a:pt x="929" y="694"/>
                  <a:pt x="921" y="703"/>
                </a:cubicBezTo>
                <a:cubicBezTo>
                  <a:pt x="912" y="711"/>
                  <a:pt x="903" y="718"/>
                  <a:pt x="892" y="722"/>
                </a:cubicBezTo>
                <a:cubicBezTo>
                  <a:pt x="881" y="727"/>
                  <a:pt x="870" y="729"/>
                  <a:pt x="858" y="729"/>
                </a:cubicBezTo>
                <a:cubicBezTo>
                  <a:pt x="846" y="729"/>
                  <a:pt x="834" y="727"/>
                  <a:pt x="824" y="722"/>
                </a:cubicBezTo>
                <a:cubicBezTo>
                  <a:pt x="813" y="718"/>
                  <a:pt x="803" y="711"/>
                  <a:pt x="795" y="703"/>
                </a:cubicBezTo>
                <a:cubicBezTo>
                  <a:pt x="786" y="694"/>
                  <a:pt x="780" y="685"/>
                  <a:pt x="775" y="674"/>
                </a:cubicBezTo>
                <a:cubicBezTo>
                  <a:pt x="771" y="663"/>
                  <a:pt x="768" y="651"/>
                  <a:pt x="768" y="640"/>
                </a:cubicBezTo>
                <a:cubicBezTo>
                  <a:pt x="768" y="628"/>
                  <a:pt x="771" y="616"/>
                  <a:pt x="775" y="605"/>
                </a:cubicBezTo>
                <a:cubicBezTo>
                  <a:pt x="780" y="595"/>
                  <a:pt x="786" y="585"/>
                  <a:pt x="795" y="576"/>
                </a:cubicBezTo>
                <a:cubicBezTo>
                  <a:pt x="803" y="568"/>
                  <a:pt x="813" y="562"/>
                  <a:pt x="824" y="557"/>
                </a:cubicBezTo>
                <a:cubicBezTo>
                  <a:pt x="834" y="553"/>
                  <a:pt x="846" y="550"/>
                  <a:pt x="858" y="550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1000080" y="482040"/>
            <a:ext cx="32810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4. 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实现细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节 </a:t>
            </a:r>
            <a:r>
              <a:rPr lang="en-US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- 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编译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与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运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行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流程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6" name="任意多边形 165"/>
          <p:cNvSpPr/>
          <p:nvPr/>
        </p:nvSpPr>
        <p:spPr>
          <a:xfrm>
            <a:off x="609480" y="2885760"/>
            <a:ext cx="238320" cy="191160"/>
          </a:xfrm>
          <a:custGeom>
            <a:avLst/>
            <a:gdLst/>
            <a:ahLst/>
            <a:cxnLst/>
            <a:rect l="0" t="0" r="r" b="b"/>
            <a:pathLst>
              <a:path w="662" h="531">
                <a:moveTo>
                  <a:pt x="231" y="266"/>
                </a:moveTo>
                <a:cubicBezTo>
                  <a:pt x="249" y="266"/>
                  <a:pt x="266" y="263"/>
                  <a:pt x="282" y="256"/>
                </a:cubicBezTo>
                <a:cubicBezTo>
                  <a:pt x="298" y="249"/>
                  <a:pt x="312" y="240"/>
                  <a:pt x="325" y="227"/>
                </a:cubicBezTo>
                <a:cubicBezTo>
                  <a:pt x="337" y="215"/>
                  <a:pt x="347" y="200"/>
                  <a:pt x="354" y="183"/>
                </a:cubicBezTo>
                <a:cubicBezTo>
                  <a:pt x="360" y="167"/>
                  <a:pt x="364" y="150"/>
                  <a:pt x="364" y="133"/>
                </a:cubicBezTo>
                <a:cubicBezTo>
                  <a:pt x="364" y="115"/>
                  <a:pt x="360" y="98"/>
                  <a:pt x="354" y="82"/>
                </a:cubicBezTo>
                <a:cubicBezTo>
                  <a:pt x="347" y="66"/>
                  <a:pt x="337" y="52"/>
                  <a:pt x="325" y="39"/>
                </a:cubicBezTo>
                <a:cubicBezTo>
                  <a:pt x="312" y="27"/>
                  <a:pt x="298" y="17"/>
                  <a:pt x="282" y="10"/>
                </a:cubicBezTo>
                <a:cubicBezTo>
                  <a:pt x="266" y="4"/>
                  <a:pt x="249" y="0"/>
                  <a:pt x="231" y="0"/>
                </a:cubicBezTo>
                <a:cubicBezTo>
                  <a:pt x="214" y="0"/>
                  <a:pt x="197" y="4"/>
                  <a:pt x="181" y="10"/>
                </a:cubicBezTo>
                <a:cubicBezTo>
                  <a:pt x="165" y="17"/>
                  <a:pt x="150" y="27"/>
                  <a:pt x="138" y="39"/>
                </a:cubicBezTo>
                <a:cubicBezTo>
                  <a:pt x="125" y="52"/>
                  <a:pt x="116" y="66"/>
                  <a:pt x="109" y="82"/>
                </a:cubicBezTo>
                <a:cubicBezTo>
                  <a:pt x="102" y="98"/>
                  <a:pt x="99" y="115"/>
                  <a:pt x="99" y="133"/>
                </a:cubicBezTo>
                <a:cubicBezTo>
                  <a:pt x="99" y="150"/>
                  <a:pt x="102" y="167"/>
                  <a:pt x="109" y="183"/>
                </a:cubicBezTo>
                <a:cubicBezTo>
                  <a:pt x="116" y="200"/>
                  <a:pt x="125" y="215"/>
                  <a:pt x="138" y="227"/>
                </a:cubicBezTo>
                <a:cubicBezTo>
                  <a:pt x="150" y="240"/>
                  <a:pt x="165" y="249"/>
                  <a:pt x="181" y="256"/>
                </a:cubicBezTo>
                <a:cubicBezTo>
                  <a:pt x="197" y="263"/>
                  <a:pt x="214" y="266"/>
                  <a:pt x="231" y="266"/>
                </a:cubicBezTo>
                <a:moveTo>
                  <a:pt x="184" y="316"/>
                </a:moveTo>
                <a:cubicBezTo>
                  <a:pt x="82" y="316"/>
                  <a:pt x="0" y="398"/>
                  <a:pt x="0" y="500"/>
                </a:cubicBezTo>
                <a:cubicBezTo>
                  <a:pt x="0" y="517"/>
                  <a:pt x="14" y="531"/>
                  <a:pt x="31" y="531"/>
                </a:cubicBezTo>
                <a:lnTo>
                  <a:pt x="333" y="531"/>
                </a:lnTo>
                <a:cubicBezTo>
                  <a:pt x="330" y="521"/>
                  <a:pt x="330" y="512"/>
                  <a:pt x="332" y="502"/>
                </a:cubicBezTo>
                <a:lnTo>
                  <a:pt x="348" y="440"/>
                </a:lnTo>
                <a:cubicBezTo>
                  <a:pt x="350" y="428"/>
                  <a:pt x="356" y="417"/>
                  <a:pt x="365" y="409"/>
                </a:cubicBezTo>
                <a:lnTo>
                  <a:pt x="407" y="367"/>
                </a:lnTo>
                <a:cubicBezTo>
                  <a:pt x="373" y="335"/>
                  <a:pt x="328" y="316"/>
                  <a:pt x="278" y="316"/>
                </a:cubicBezTo>
                <a:lnTo>
                  <a:pt x="184" y="316"/>
                </a:lnTo>
                <a:moveTo>
                  <a:pt x="635" y="245"/>
                </a:moveTo>
                <a:cubicBezTo>
                  <a:pt x="618" y="229"/>
                  <a:pt x="592" y="229"/>
                  <a:pt x="576" y="245"/>
                </a:cubicBezTo>
                <a:lnTo>
                  <a:pt x="545" y="275"/>
                </a:lnTo>
                <a:lnTo>
                  <a:pt x="619" y="349"/>
                </a:lnTo>
                <a:lnTo>
                  <a:pt x="650" y="318"/>
                </a:lnTo>
                <a:cubicBezTo>
                  <a:pt x="666" y="302"/>
                  <a:pt x="666" y="276"/>
                  <a:pt x="650" y="260"/>
                </a:cubicBezTo>
                <a:lnTo>
                  <a:pt x="635" y="245"/>
                </a:lnTo>
                <a:moveTo>
                  <a:pt x="388" y="432"/>
                </a:moveTo>
                <a:cubicBezTo>
                  <a:pt x="384" y="437"/>
                  <a:pt x="381" y="442"/>
                  <a:pt x="380" y="448"/>
                </a:cubicBezTo>
                <a:lnTo>
                  <a:pt x="364" y="510"/>
                </a:lnTo>
                <a:cubicBezTo>
                  <a:pt x="363" y="516"/>
                  <a:pt x="364" y="521"/>
                  <a:pt x="368" y="526"/>
                </a:cubicBezTo>
                <a:cubicBezTo>
                  <a:pt x="373" y="530"/>
                  <a:pt x="379" y="531"/>
                  <a:pt x="384" y="530"/>
                </a:cubicBezTo>
                <a:lnTo>
                  <a:pt x="446" y="514"/>
                </a:lnTo>
                <a:cubicBezTo>
                  <a:pt x="452" y="513"/>
                  <a:pt x="457" y="510"/>
                  <a:pt x="462" y="506"/>
                </a:cubicBezTo>
                <a:lnTo>
                  <a:pt x="595" y="372"/>
                </a:lnTo>
                <a:lnTo>
                  <a:pt x="522" y="299"/>
                </a:lnTo>
                <a:lnTo>
                  <a:pt x="388" y="432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457200" y="2188080"/>
            <a:ext cx="1498600" cy="307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00" b="0" i="0" u="none" strike="noStrike">
                <a:solidFill>
                  <a:srgbClr val="3B82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完</a:t>
            </a:r>
            <a:r>
              <a:rPr lang="zh-CN" sz="2000" b="0" i="0" u="none" strike="noStrike">
                <a:solidFill>
                  <a:srgbClr val="3B82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整工作流</a:t>
            </a:r>
            <a:r>
              <a:rPr lang="zh-CN" sz="1800" b="0" i="0" u="none" strike="noStrike">
                <a:solidFill>
                  <a:srgbClr val="3B82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8" name="任意多边形 167"/>
          <p:cNvSpPr/>
          <p:nvPr/>
        </p:nvSpPr>
        <p:spPr>
          <a:xfrm>
            <a:off x="610920" y="3479400"/>
            <a:ext cx="234360" cy="186480"/>
          </a:xfrm>
          <a:custGeom>
            <a:avLst/>
            <a:gdLst/>
            <a:ahLst/>
            <a:cxnLst/>
            <a:rect l="0" t="0" r="r" b="b"/>
            <a:pathLst>
              <a:path w="651" h="518">
                <a:moveTo>
                  <a:pt x="316" y="132"/>
                </a:moveTo>
                <a:cubicBezTo>
                  <a:pt x="323" y="125"/>
                  <a:pt x="326" y="115"/>
                  <a:pt x="322" y="106"/>
                </a:cubicBezTo>
                <a:cubicBezTo>
                  <a:pt x="320" y="100"/>
                  <a:pt x="317" y="95"/>
                  <a:pt x="314" y="90"/>
                </a:cubicBezTo>
                <a:lnTo>
                  <a:pt x="311" y="84"/>
                </a:lnTo>
                <a:cubicBezTo>
                  <a:pt x="308" y="79"/>
                  <a:pt x="305" y="74"/>
                  <a:pt x="301" y="69"/>
                </a:cubicBezTo>
                <a:cubicBezTo>
                  <a:pt x="295" y="61"/>
                  <a:pt x="285" y="59"/>
                  <a:pt x="275" y="62"/>
                </a:cubicBezTo>
                <a:lnTo>
                  <a:pt x="246" y="71"/>
                </a:lnTo>
                <a:cubicBezTo>
                  <a:pt x="235" y="62"/>
                  <a:pt x="222" y="55"/>
                  <a:pt x="209" y="50"/>
                </a:cubicBezTo>
                <a:lnTo>
                  <a:pt x="203" y="20"/>
                </a:lnTo>
                <a:cubicBezTo>
                  <a:pt x="201" y="10"/>
                  <a:pt x="193" y="3"/>
                  <a:pt x="183" y="1"/>
                </a:cubicBezTo>
                <a:cubicBezTo>
                  <a:pt x="177" y="0"/>
                  <a:pt x="170" y="0"/>
                  <a:pt x="163" y="0"/>
                </a:cubicBezTo>
                <a:lnTo>
                  <a:pt x="162" y="0"/>
                </a:lnTo>
                <a:cubicBezTo>
                  <a:pt x="155" y="0"/>
                  <a:pt x="148" y="0"/>
                  <a:pt x="141" y="1"/>
                </a:cubicBezTo>
                <a:cubicBezTo>
                  <a:pt x="131" y="2"/>
                  <a:pt x="124" y="10"/>
                  <a:pt x="122" y="20"/>
                </a:cubicBezTo>
                <a:lnTo>
                  <a:pt x="116" y="50"/>
                </a:lnTo>
                <a:cubicBezTo>
                  <a:pt x="102" y="55"/>
                  <a:pt x="89" y="62"/>
                  <a:pt x="78" y="71"/>
                </a:cubicBezTo>
                <a:lnTo>
                  <a:pt x="49" y="62"/>
                </a:lnTo>
                <a:cubicBezTo>
                  <a:pt x="40" y="59"/>
                  <a:pt x="29" y="61"/>
                  <a:pt x="23" y="69"/>
                </a:cubicBezTo>
                <a:cubicBezTo>
                  <a:pt x="20" y="74"/>
                  <a:pt x="16" y="79"/>
                  <a:pt x="13" y="84"/>
                </a:cubicBezTo>
                <a:lnTo>
                  <a:pt x="10" y="90"/>
                </a:lnTo>
                <a:cubicBezTo>
                  <a:pt x="7" y="95"/>
                  <a:pt x="5" y="100"/>
                  <a:pt x="2" y="106"/>
                </a:cubicBezTo>
                <a:cubicBezTo>
                  <a:pt x="-2" y="115"/>
                  <a:pt x="1" y="125"/>
                  <a:pt x="9" y="132"/>
                </a:cubicBezTo>
                <a:lnTo>
                  <a:pt x="32" y="152"/>
                </a:lnTo>
                <a:cubicBezTo>
                  <a:pt x="31" y="159"/>
                  <a:pt x="30" y="166"/>
                  <a:pt x="30" y="174"/>
                </a:cubicBezTo>
                <a:cubicBezTo>
                  <a:pt x="30" y="181"/>
                  <a:pt x="31" y="188"/>
                  <a:pt x="32" y="195"/>
                </a:cubicBezTo>
                <a:lnTo>
                  <a:pt x="9" y="216"/>
                </a:lnTo>
                <a:cubicBezTo>
                  <a:pt x="1" y="222"/>
                  <a:pt x="-2" y="233"/>
                  <a:pt x="2" y="242"/>
                </a:cubicBezTo>
                <a:cubicBezTo>
                  <a:pt x="5" y="247"/>
                  <a:pt x="7" y="252"/>
                  <a:pt x="10" y="258"/>
                </a:cubicBezTo>
                <a:lnTo>
                  <a:pt x="13" y="263"/>
                </a:lnTo>
                <a:cubicBezTo>
                  <a:pt x="16" y="268"/>
                  <a:pt x="20" y="273"/>
                  <a:pt x="23" y="278"/>
                </a:cubicBezTo>
                <a:cubicBezTo>
                  <a:pt x="29" y="286"/>
                  <a:pt x="40" y="289"/>
                  <a:pt x="49" y="286"/>
                </a:cubicBezTo>
                <a:lnTo>
                  <a:pt x="78" y="276"/>
                </a:lnTo>
                <a:cubicBezTo>
                  <a:pt x="89" y="285"/>
                  <a:pt x="102" y="292"/>
                  <a:pt x="116" y="298"/>
                </a:cubicBezTo>
                <a:lnTo>
                  <a:pt x="122" y="328"/>
                </a:lnTo>
                <a:cubicBezTo>
                  <a:pt x="124" y="337"/>
                  <a:pt x="131" y="345"/>
                  <a:pt x="141" y="346"/>
                </a:cubicBezTo>
                <a:cubicBezTo>
                  <a:pt x="148" y="347"/>
                  <a:pt x="155" y="347"/>
                  <a:pt x="162" y="347"/>
                </a:cubicBezTo>
                <a:cubicBezTo>
                  <a:pt x="169" y="347"/>
                  <a:pt x="176" y="347"/>
                  <a:pt x="183" y="346"/>
                </a:cubicBezTo>
                <a:cubicBezTo>
                  <a:pt x="193" y="345"/>
                  <a:pt x="200" y="337"/>
                  <a:pt x="202" y="328"/>
                </a:cubicBezTo>
                <a:lnTo>
                  <a:pt x="209" y="298"/>
                </a:lnTo>
                <a:cubicBezTo>
                  <a:pt x="222" y="292"/>
                  <a:pt x="235" y="285"/>
                  <a:pt x="246" y="276"/>
                </a:cubicBezTo>
                <a:lnTo>
                  <a:pt x="275" y="286"/>
                </a:lnTo>
                <a:cubicBezTo>
                  <a:pt x="284" y="289"/>
                  <a:pt x="295" y="286"/>
                  <a:pt x="301" y="278"/>
                </a:cubicBezTo>
                <a:cubicBezTo>
                  <a:pt x="304" y="273"/>
                  <a:pt x="308" y="268"/>
                  <a:pt x="311" y="263"/>
                </a:cubicBezTo>
                <a:lnTo>
                  <a:pt x="314" y="258"/>
                </a:lnTo>
                <a:cubicBezTo>
                  <a:pt x="317" y="252"/>
                  <a:pt x="320" y="247"/>
                  <a:pt x="322" y="241"/>
                </a:cubicBezTo>
                <a:cubicBezTo>
                  <a:pt x="326" y="233"/>
                  <a:pt x="323" y="222"/>
                  <a:pt x="315" y="216"/>
                </a:cubicBezTo>
                <a:lnTo>
                  <a:pt x="293" y="195"/>
                </a:lnTo>
                <a:cubicBezTo>
                  <a:pt x="294" y="188"/>
                  <a:pt x="294" y="181"/>
                  <a:pt x="294" y="174"/>
                </a:cubicBezTo>
                <a:cubicBezTo>
                  <a:pt x="294" y="166"/>
                  <a:pt x="294" y="159"/>
                  <a:pt x="293" y="152"/>
                </a:cubicBezTo>
                <a:lnTo>
                  <a:pt x="315" y="132"/>
                </a:lnTo>
                <a:lnTo>
                  <a:pt x="316" y="132"/>
                </a:lnTo>
                <a:moveTo>
                  <a:pt x="113" y="174"/>
                </a:moveTo>
                <a:cubicBezTo>
                  <a:pt x="113" y="167"/>
                  <a:pt x="114" y="161"/>
                  <a:pt x="116" y="155"/>
                </a:cubicBezTo>
                <a:cubicBezTo>
                  <a:pt x="119" y="149"/>
                  <a:pt x="122" y="143"/>
                  <a:pt x="127" y="139"/>
                </a:cubicBezTo>
                <a:cubicBezTo>
                  <a:pt x="132" y="134"/>
                  <a:pt x="137" y="130"/>
                  <a:pt x="143" y="128"/>
                </a:cubicBezTo>
                <a:cubicBezTo>
                  <a:pt x="149" y="125"/>
                  <a:pt x="156" y="124"/>
                  <a:pt x="162" y="124"/>
                </a:cubicBezTo>
                <a:cubicBezTo>
                  <a:pt x="169" y="124"/>
                  <a:pt x="175" y="125"/>
                  <a:pt x="181" y="128"/>
                </a:cubicBezTo>
                <a:cubicBezTo>
                  <a:pt x="187" y="130"/>
                  <a:pt x="193" y="134"/>
                  <a:pt x="197" y="139"/>
                </a:cubicBezTo>
                <a:cubicBezTo>
                  <a:pt x="202" y="143"/>
                  <a:pt x="206" y="149"/>
                  <a:pt x="208" y="155"/>
                </a:cubicBezTo>
                <a:cubicBezTo>
                  <a:pt x="211" y="161"/>
                  <a:pt x="212" y="167"/>
                  <a:pt x="212" y="174"/>
                </a:cubicBezTo>
                <a:cubicBezTo>
                  <a:pt x="212" y="180"/>
                  <a:pt x="211" y="187"/>
                  <a:pt x="208" y="193"/>
                </a:cubicBezTo>
                <a:cubicBezTo>
                  <a:pt x="206" y="199"/>
                  <a:pt x="202" y="204"/>
                  <a:pt x="197" y="209"/>
                </a:cubicBezTo>
                <a:cubicBezTo>
                  <a:pt x="193" y="213"/>
                  <a:pt x="187" y="217"/>
                  <a:pt x="181" y="220"/>
                </a:cubicBezTo>
                <a:cubicBezTo>
                  <a:pt x="175" y="222"/>
                  <a:pt x="169" y="223"/>
                  <a:pt x="162" y="223"/>
                </a:cubicBezTo>
                <a:cubicBezTo>
                  <a:pt x="156" y="223"/>
                  <a:pt x="149" y="222"/>
                  <a:pt x="143" y="220"/>
                </a:cubicBezTo>
                <a:cubicBezTo>
                  <a:pt x="137" y="217"/>
                  <a:pt x="132" y="213"/>
                  <a:pt x="127" y="209"/>
                </a:cubicBezTo>
                <a:cubicBezTo>
                  <a:pt x="122" y="204"/>
                  <a:pt x="119" y="199"/>
                  <a:pt x="116" y="193"/>
                </a:cubicBezTo>
                <a:cubicBezTo>
                  <a:pt x="114" y="187"/>
                  <a:pt x="113" y="180"/>
                  <a:pt x="113" y="174"/>
                </a:cubicBezTo>
                <a:moveTo>
                  <a:pt x="518" y="510"/>
                </a:moveTo>
                <a:cubicBezTo>
                  <a:pt x="525" y="517"/>
                  <a:pt x="535" y="520"/>
                  <a:pt x="544" y="516"/>
                </a:cubicBezTo>
                <a:cubicBezTo>
                  <a:pt x="550" y="514"/>
                  <a:pt x="555" y="512"/>
                  <a:pt x="560" y="509"/>
                </a:cubicBezTo>
                <a:lnTo>
                  <a:pt x="566" y="505"/>
                </a:lnTo>
                <a:cubicBezTo>
                  <a:pt x="571" y="502"/>
                  <a:pt x="577" y="499"/>
                  <a:pt x="582" y="495"/>
                </a:cubicBezTo>
                <a:cubicBezTo>
                  <a:pt x="590" y="489"/>
                  <a:pt x="592" y="479"/>
                  <a:pt x="589" y="470"/>
                </a:cubicBezTo>
                <a:lnTo>
                  <a:pt x="580" y="441"/>
                </a:lnTo>
                <a:cubicBezTo>
                  <a:pt x="589" y="430"/>
                  <a:pt x="596" y="416"/>
                  <a:pt x="601" y="402"/>
                </a:cubicBezTo>
                <a:lnTo>
                  <a:pt x="631" y="396"/>
                </a:lnTo>
                <a:cubicBezTo>
                  <a:pt x="641" y="394"/>
                  <a:pt x="649" y="386"/>
                  <a:pt x="650" y="377"/>
                </a:cubicBezTo>
                <a:cubicBezTo>
                  <a:pt x="651" y="370"/>
                  <a:pt x="651" y="363"/>
                  <a:pt x="651" y="356"/>
                </a:cubicBezTo>
                <a:cubicBezTo>
                  <a:pt x="651" y="349"/>
                  <a:pt x="651" y="342"/>
                  <a:pt x="650" y="335"/>
                </a:cubicBezTo>
                <a:cubicBezTo>
                  <a:pt x="649" y="325"/>
                  <a:pt x="641" y="317"/>
                  <a:pt x="631" y="315"/>
                </a:cubicBezTo>
                <a:lnTo>
                  <a:pt x="601" y="309"/>
                </a:lnTo>
                <a:cubicBezTo>
                  <a:pt x="596" y="295"/>
                  <a:pt x="589" y="283"/>
                  <a:pt x="580" y="272"/>
                </a:cubicBezTo>
                <a:lnTo>
                  <a:pt x="589" y="243"/>
                </a:lnTo>
                <a:cubicBezTo>
                  <a:pt x="592" y="233"/>
                  <a:pt x="590" y="223"/>
                  <a:pt x="582" y="217"/>
                </a:cubicBezTo>
                <a:cubicBezTo>
                  <a:pt x="577" y="213"/>
                  <a:pt x="571" y="210"/>
                  <a:pt x="566" y="207"/>
                </a:cubicBezTo>
                <a:lnTo>
                  <a:pt x="560" y="204"/>
                </a:lnTo>
                <a:cubicBezTo>
                  <a:pt x="555" y="201"/>
                  <a:pt x="550" y="198"/>
                  <a:pt x="544" y="196"/>
                </a:cubicBezTo>
                <a:cubicBezTo>
                  <a:pt x="535" y="192"/>
                  <a:pt x="525" y="195"/>
                  <a:pt x="518" y="202"/>
                </a:cubicBezTo>
                <a:lnTo>
                  <a:pt x="498" y="225"/>
                </a:lnTo>
                <a:cubicBezTo>
                  <a:pt x="491" y="224"/>
                  <a:pt x="484" y="223"/>
                  <a:pt x="476" y="223"/>
                </a:cubicBezTo>
                <a:cubicBezTo>
                  <a:pt x="469" y="223"/>
                  <a:pt x="462" y="224"/>
                  <a:pt x="455" y="225"/>
                </a:cubicBezTo>
                <a:lnTo>
                  <a:pt x="434" y="202"/>
                </a:lnTo>
                <a:cubicBezTo>
                  <a:pt x="428" y="195"/>
                  <a:pt x="418" y="192"/>
                  <a:pt x="408" y="196"/>
                </a:cubicBezTo>
                <a:cubicBezTo>
                  <a:pt x="403" y="198"/>
                  <a:pt x="398" y="201"/>
                  <a:pt x="392" y="204"/>
                </a:cubicBezTo>
                <a:lnTo>
                  <a:pt x="387" y="207"/>
                </a:lnTo>
                <a:cubicBezTo>
                  <a:pt x="382" y="210"/>
                  <a:pt x="377" y="213"/>
                  <a:pt x="372" y="217"/>
                </a:cubicBezTo>
                <a:cubicBezTo>
                  <a:pt x="364" y="223"/>
                  <a:pt x="361" y="233"/>
                  <a:pt x="365" y="243"/>
                </a:cubicBezTo>
                <a:lnTo>
                  <a:pt x="374" y="272"/>
                </a:lnTo>
                <a:cubicBezTo>
                  <a:pt x="365" y="283"/>
                  <a:pt x="358" y="295"/>
                  <a:pt x="353" y="309"/>
                </a:cubicBezTo>
                <a:lnTo>
                  <a:pt x="322" y="315"/>
                </a:lnTo>
                <a:cubicBezTo>
                  <a:pt x="313" y="317"/>
                  <a:pt x="305" y="325"/>
                  <a:pt x="304" y="334"/>
                </a:cubicBezTo>
                <a:cubicBezTo>
                  <a:pt x="303" y="341"/>
                  <a:pt x="303" y="348"/>
                  <a:pt x="303" y="355"/>
                </a:cubicBezTo>
                <a:cubicBezTo>
                  <a:pt x="303" y="363"/>
                  <a:pt x="303" y="370"/>
                  <a:pt x="304" y="377"/>
                </a:cubicBezTo>
                <a:cubicBezTo>
                  <a:pt x="305" y="386"/>
                  <a:pt x="313" y="394"/>
                  <a:pt x="322" y="396"/>
                </a:cubicBezTo>
                <a:lnTo>
                  <a:pt x="353" y="402"/>
                </a:lnTo>
                <a:cubicBezTo>
                  <a:pt x="358" y="416"/>
                  <a:pt x="365" y="429"/>
                  <a:pt x="374" y="440"/>
                </a:cubicBezTo>
                <a:lnTo>
                  <a:pt x="365" y="470"/>
                </a:lnTo>
                <a:cubicBezTo>
                  <a:pt x="361" y="479"/>
                  <a:pt x="364" y="489"/>
                  <a:pt x="372" y="495"/>
                </a:cubicBezTo>
                <a:cubicBezTo>
                  <a:pt x="377" y="499"/>
                  <a:pt x="382" y="502"/>
                  <a:pt x="387" y="505"/>
                </a:cubicBezTo>
                <a:lnTo>
                  <a:pt x="393" y="508"/>
                </a:lnTo>
                <a:cubicBezTo>
                  <a:pt x="398" y="511"/>
                  <a:pt x="403" y="514"/>
                  <a:pt x="409" y="516"/>
                </a:cubicBezTo>
                <a:cubicBezTo>
                  <a:pt x="418" y="520"/>
                  <a:pt x="428" y="517"/>
                  <a:pt x="434" y="510"/>
                </a:cubicBezTo>
                <a:lnTo>
                  <a:pt x="455" y="487"/>
                </a:lnTo>
                <a:cubicBezTo>
                  <a:pt x="462" y="488"/>
                  <a:pt x="469" y="489"/>
                  <a:pt x="476" y="489"/>
                </a:cubicBezTo>
                <a:cubicBezTo>
                  <a:pt x="484" y="489"/>
                  <a:pt x="491" y="488"/>
                  <a:pt x="498" y="487"/>
                </a:cubicBezTo>
                <a:lnTo>
                  <a:pt x="519" y="510"/>
                </a:lnTo>
                <a:lnTo>
                  <a:pt x="518" y="510"/>
                </a:lnTo>
                <a:moveTo>
                  <a:pt x="476" y="306"/>
                </a:moveTo>
                <a:cubicBezTo>
                  <a:pt x="483" y="306"/>
                  <a:pt x="489" y="307"/>
                  <a:pt x="495" y="310"/>
                </a:cubicBezTo>
                <a:cubicBezTo>
                  <a:pt x="501" y="312"/>
                  <a:pt x="507" y="316"/>
                  <a:pt x="511" y="321"/>
                </a:cubicBezTo>
                <a:cubicBezTo>
                  <a:pt x="516" y="325"/>
                  <a:pt x="520" y="331"/>
                  <a:pt x="522" y="337"/>
                </a:cubicBezTo>
                <a:cubicBezTo>
                  <a:pt x="525" y="343"/>
                  <a:pt x="526" y="349"/>
                  <a:pt x="526" y="356"/>
                </a:cubicBezTo>
                <a:cubicBezTo>
                  <a:pt x="526" y="362"/>
                  <a:pt x="525" y="369"/>
                  <a:pt x="522" y="375"/>
                </a:cubicBezTo>
                <a:cubicBezTo>
                  <a:pt x="520" y="381"/>
                  <a:pt x="516" y="386"/>
                  <a:pt x="511" y="391"/>
                </a:cubicBezTo>
                <a:cubicBezTo>
                  <a:pt x="507" y="395"/>
                  <a:pt x="501" y="399"/>
                  <a:pt x="495" y="401"/>
                </a:cubicBezTo>
                <a:cubicBezTo>
                  <a:pt x="489" y="404"/>
                  <a:pt x="483" y="405"/>
                  <a:pt x="476" y="405"/>
                </a:cubicBezTo>
                <a:cubicBezTo>
                  <a:pt x="470" y="405"/>
                  <a:pt x="463" y="404"/>
                  <a:pt x="457" y="401"/>
                </a:cubicBezTo>
                <a:cubicBezTo>
                  <a:pt x="451" y="399"/>
                  <a:pt x="446" y="395"/>
                  <a:pt x="441" y="391"/>
                </a:cubicBezTo>
                <a:cubicBezTo>
                  <a:pt x="437" y="386"/>
                  <a:pt x="433" y="381"/>
                  <a:pt x="431" y="375"/>
                </a:cubicBezTo>
                <a:cubicBezTo>
                  <a:pt x="428" y="369"/>
                  <a:pt x="427" y="362"/>
                  <a:pt x="427" y="356"/>
                </a:cubicBezTo>
                <a:cubicBezTo>
                  <a:pt x="427" y="349"/>
                  <a:pt x="428" y="343"/>
                  <a:pt x="431" y="337"/>
                </a:cubicBezTo>
                <a:cubicBezTo>
                  <a:pt x="433" y="331"/>
                  <a:pt x="437" y="325"/>
                  <a:pt x="441" y="321"/>
                </a:cubicBezTo>
                <a:cubicBezTo>
                  <a:pt x="446" y="316"/>
                  <a:pt x="451" y="312"/>
                  <a:pt x="457" y="310"/>
                </a:cubicBezTo>
                <a:cubicBezTo>
                  <a:pt x="463" y="307"/>
                  <a:pt x="470" y="306"/>
                  <a:pt x="476" y="306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1000080" y="2814120"/>
            <a:ext cx="1258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用户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编写代码并触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发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编译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1000080" y="3414240"/>
            <a:ext cx="30074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Compiler</a:t>
            </a:r>
            <a:r>
              <a:rPr lang="zh-CN" sz="1500" b="0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类处理：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预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处理（添加</a:t>
            </a:r>
            <a:r>
              <a:rPr lang="en-US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stdio.h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等）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4753080" y="3418560"/>
            <a:ext cx="19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4943520" y="3414240"/>
            <a:ext cx="807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创建临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时文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3" name="文本框 172"/>
          <p:cNvSpPr txBox="1"/>
          <p:nvPr/>
        </p:nvSpPr>
        <p:spPr>
          <a:xfrm>
            <a:off x="6172200" y="3418560"/>
            <a:ext cx="19116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4" name="任意多边形 173"/>
          <p:cNvSpPr/>
          <p:nvPr/>
        </p:nvSpPr>
        <p:spPr>
          <a:xfrm>
            <a:off x="609480" y="4076640"/>
            <a:ext cx="190800" cy="190800"/>
          </a:xfrm>
          <a:custGeom>
            <a:avLst/>
            <a:gdLst/>
            <a:ahLst/>
            <a:cxnLst/>
            <a:rect l="0" t="0" r="r" b="b"/>
            <a:pathLst>
              <a:path w="530" h="530">
                <a:moveTo>
                  <a:pt x="0" y="265"/>
                </a:moveTo>
                <a:cubicBezTo>
                  <a:pt x="0" y="248"/>
                  <a:pt x="2" y="231"/>
                  <a:pt x="5" y="214"/>
                </a:cubicBezTo>
                <a:cubicBezTo>
                  <a:pt x="8" y="197"/>
                  <a:pt x="13" y="180"/>
                  <a:pt x="20" y="164"/>
                </a:cubicBezTo>
                <a:cubicBezTo>
                  <a:pt x="27" y="148"/>
                  <a:pt x="35" y="133"/>
                  <a:pt x="44" y="118"/>
                </a:cubicBezTo>
                <a:cubicBezTo>
                  <a:pt x="54" y="104"/>
                  <a:pt x="65" y="90"/>
                  <a:pt x="77" y="78"/>
                </a:cubicBezTo>
                <a:cubicBezTo>
                  <a:pt x="90" y="66"/>
                  <a:pt x="103" y="55"/>
                  <a:pt x="117" y="44"/>
                </a:cubicBezTo>
                <a:cubicBezTo>
                  <a:pt x="132" y="35"/>
                  <a:pt x="147" y="26"/>
                  <a:pt x="164" y="20"/>
                </a:cubicBezTo>
                <a:cubicBezTo>
                  <a:pt x="180" y="13"/>
                  <a:pt x="197" y="8"/>
                  <a:pt x="214" y="5"/>
                </a:cubicBezTo>
                <a:cubicBezTo>
                  <a:pt x="231" y="1"/>
                  <a:pt x="248" y="0"/>
                  <a:pt x="265" y="0"/>
                </a:cubicBezTo>
                <a:cubicBezTo>
                  <a:pt x="283" y="0"/>
                  <a:pt x="300" y="1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6"/>
                  <a:pt x="398" y="35"/>
                  <a:pt x="412" y="44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0"/>
                  <a:pt x="476" y="104"/>
                  <a:pt x="485" y="118"/>
                </a:cubicBezTo>
                <a:cubicBezTo>
                  <a:pt x="495" y="133"/>
                  <a:pt x="503" y="148"/>
                  <a:pt x="510" y="164"/>
                </a:cubicBezTo>
                <a:cubicBezTo>
                  <a:pt x="517" y="180"/>
                  <a:pt x="522" y="197"/>
                  <a:pt x="525" y="214"/>
                </a:cubicBezTo>
                <a:cubicBezTo>
                  <a:pt x="528" y="231"/>
                  <a:pt x="530" y="248"/>
                  <a:pt x="530" y="265"/>
                </a:cubicBezTo>
                <a:cubicBezTo>
                  <a:pt x="530" y="283"/>
                  <a:pt x="528" y="300"/>
                  <a:pt x="525" y="317"/>
                </a:cubicBezTo>
                <a:cubicBezTo>
                  <a:pt x="522" y="334"/>
                  <a:pt x="517" y="350"/>
                  <a:pt x="510" y="367"/>
                </a:cubicBezTo>
                <a:cubicBezTo>
                  <a:pt x="503" y="383"/>
                  <a:pt x="495" y="398"/>
                  <a:pt x="485" y="412"/>
                </a:cubicBezTo>
                <a:cubicBezTo>
                  <a:pt x="476" y="427"/>
                  <a:pt x="465" y="440"/>
                  <a:pt x="453" y="452"/>
                </a:cubicBezTo>
                <a:cubicBezTo>
                  <a:pt x="440" y="465"/>
                  <a:pt x="427" y="476"/>
                  <a:pt x="412" y="485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6"/>
                  <a:pt x="334" y="521"/>
                  <a:pt x="317" y="525"/>
                </a:cubicBezTo>
                <a:cubicBezTo>
                  <a:pt x="300" y="528"/>
                  <a:pt x="283" y="530"/>
                  <a:pt x="265" y="530"/>
                </a:cubicBezTo>
                <a:cubicBezTo>
                  <a:pt x="248" y="530"/>
                  <a:pt x="231" y="528"/>
                  <a:pt x="214" y="525"/>
                </a:cubicBezTo>
                <a:cubicBezTo>
                  <a:pt x="197" y="521"/>
                  <a:pt x="180" y="516"/>
                  <a:pt x="164" y="510"/>
                </a:cubicBezTo>
                <a:cubicBezTo>
                  <a:pt x="147" y="503"/>
                  <a:pt x="132" y="495"/>
                  <a:pt x="117" y="485"/>
                </a:cubicBezTo>
                <a:cubicBezTo>
                  <a:pt x="103" y="476"/>
                  <a:pt x="90" y="465"/>
                  <a:pt x="77" y="452"/>
                </a:cubicBezTo>
                <a:cubicBezTo>
                  <a:pt x="65" y="440"/>
                  <a:pt x="54" y="427"/>
                  <a:pt x="44" y="412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0"/>
                  <a:pt x="8" y="334"/>
                  <a:pt x="5" y="317"/>
                </a:cubicBezTo>
                <a:cubicBezTo>
                  <a:pt x="2" y="300"/>
                  <a:pt x="0" y="283"/>
                  <a:pt x="0" y="265"/>
                </a:cubicBezTo>
                <a:moveTo>
                  <a:pt x="195" y="153"/>
                </a:moveTo>
                <a:cubicBezTo>
                  <a:pt x="188" y="157"/>
                  <a:pt x="183" y="165"/>
                  <a:pt x="183" y="174"/>
                </a:cubicBezTo>
                <a:lnTo>
                  <a:pt x="183" y="356"/>
                </a:lnTo>
                <a:cubicBezTo>
                  <a:pt x="183" y="365"/>
                  <a:pt x="188" y="373"/>
                  <a:pt x="195" y="378"/>
                </a:cubicBezTo>
                <a:cubicBezTo>
                  <a:pt x="203" y="382"/>
                  <a:pt x="213" y="382"/>
                  <a:pt x="221" y="377"/>
                </a:cubicBezTo>
                <a:lnTo>
                  <a:pt x="369" y="286"/>
                </a:lnTo>
                <a:cubicBezTo>
                  <a:pt x="377" y="282"/>
                  <a:pt x="381" y="274"/>
                  <a:pt x="381" y="265"/>
                </a:cubicBezTo>
                <a:cubicBezTo>
                  <a:pt x="381" y="256"/>
                  <a:pt x="377" y="249"/>
                  <a:pt x="369" y="244"/>
                </a:cubicBezTo>
                <a:lnTo>
                  <a:pt x="221" y="153"/>
                </a:lnTo>
                <a:cubicBezTo>
                  <a:pt x="213" y="148"/>
                  <a:pt x="203" y="148"/>
                  <a:pt x="195" y="152"/>
                </a:cubicBezTo>
                <a:lnTo>
                  <a:pt x="195" y="153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6362640" y="3414240"/>
            <a:ext cx="10198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调用</a:t>
            </a:r>
            <a:r>
              <a:rPr lang="en-US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GCC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编译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6" name="任意多边形 175"/>
          <p:cNvSpPr/>
          <p:nvPr/>
        </p:nvSpPr>
        <p:spPr>
          <a:xfrm>
            <a:off x="609480" y="4678920"/>
            <a:ext cx="214560" cy="167040"/>
          </a:xfrm>
          <a:custGeom>
            <a:avLst/>
            <a:gdLst/>
            <a:ahLst/>
            <a:cxnLst/>
            <a:rect l="0" t="0" r="r" b="b"/>
            <a:pathLst>
              <a:path w="596" h="464">
                <a:moveTo>
                  <a:pt x="10" y="57"/>
                </a:moveTo>
                <a:cubicBezTo>
                  <a:pt x="-3" y="44"/>
                  <a:pt x="-3" y="23"/>
                  <a:pt x="10" y="10"/>
                </a:cubicBezTo>
                <a:cubicBezTo>
                  <a:pt x="22" y="-3"/>
                  <a:pt x="43" y="-3"/>
                  <a:pt x="56" y="10"/>
                </a:cubicBezTo>
                <a:lnTo>
                  <a:pt x="255" y="209"/>
                </a:lnTo>
                <a:cubicBezTo>
                  <a:pt x="268" y="222"/>
                  <a:pt x="268" y="243"/>
                  <a:pt x="255" y="256"/>
                </a:cubicBezTo>
                <a:lnTo>
                  <a:pt x="56" y="455"/>
                </a:lnTo>
                <a:cubicBezTo>
                  <a:pt x="43" y="467"/>
                  <a:pt x="22" y="467"/>
                  <a:pt x="10" y="455"/>
                </a:cubicBezTo>
                <a:cubicBezTo>
                  <a:pt x="-3" y="442"/>
                  <a:pt x="-3" y="421"/>
                  <a:pt x="10" y="408"/>
                </a:cubicBezTo>
                <a:lnTo>
                  <a:pt x="185" y="233"/>
                </a:lnTo>
                <a:lnTo>
                  <a:pt x="10" y="57"/>
                </a:lnTo>
                <a:moveTo>
                  <a:pt x="264" y="398"/>
                </a:moveTo>
                <a:lnTo>
                  <a:pt x="563" y="398"/>
                </a:lnTo>
                <a:cubicBezTo>
                  <a:pt x="581" y="398"/>
                  <a:pt x="596" y="413"/>
                  <a:pt x="596" y="431"/>
                </a:cubicBezTo>
                <a:cubicBezTo>
                  <a:pt x="596" y="449"/>
                  <a:pt x="581" y="464"/>
                  <a:pt x="563" y="464"/>
                </a:cubicBezTo>
                <a:lnTo>
                  <a:pt x="264" y="464"/>
                </a:lnTo>
                <a:cubicBezTo>
                  <a:pt x="246" y="464"/>
                  <a:pt x="231" y="449"/>
                  <a:pt x="231" y="431"/>
                </a:cubicBezTo>
                <a:cubicBezTo>
                  <a:pt x="231" y="413"/>
                  <a:pt x="246" y="398"/>
                  <a:pt x="264" y="398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952560" y="4004640"/>
            <a:ext cx="10299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编译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成功后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启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动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程序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8" name="任意多边形 177"/>
          <p:cNvSpPr/>
          <p:nvPr/>
        </p:nvSpPr>
        <p:spPr>
          <a:xfrm>
            <a:off x="609480" y="5290920"/>
            <a:ext cx="214560" cy="143280"/>
          </a:xfrm>
          <a:custGeom>
            <a:avLst/>
            <a:gdLst/>
            <a:ahLst/>
            <a:cxnLst/>
            <a:rect l="0" t="0" r="r" b="b"/>
            <a:pathLst>
              <a:path w="596" h="398">
                <a:moveTo>
                  <a:pt x="66" y="0"/>
                </a:moveTo>
                <a:cubicBezTo>
                  <a:pt x="29" y="0"/>
                  <a:pt x="0" y="30"/>
                  <a:pt x="0" y="66"/>
                </a:cubicBezTo>
                <a:lnTo>
                  <a:pt x="0" y="332"/>
                </a:lnTo>
                <a:cubicBezTo>
                  <a:pt x="0" y="368"/>
                  <a:pt x="29" y="398"/>
                  <a:pt x="66" y="398"/>
                </a:cubicBezTo>
                <a:lnTo>
                  <a:pt x="530" y="398"/>
                </a:lnTo>
                <a:cubicBezTo>
                  <a:pt x="566" y="398"/>
                  <a:pt x="596" y="368"/>
                  <a:pt x="596" y="332"/>
                </a:cubicBezTo>
                <a:lnTo>
                  <a:pt x="596" y="66"/>
                </a:lnTo>
                <a:cubicBezTo>
                  <a:pt x="596" y="30"/>
                  <a:pt x="566" y="0"/>
                  <a:pt x="530" y="0"/>
                </a:cubicBezTo>
                <a:lnTo>
                  <a:pt x="66" y="0"/>
                </a:lnTo>
                <a:moveTo>
                  <a:pt x="83" y="66"/>
                </a:moveTo>
                <a:lnTo>
                  <a:pt x="116" y="66"/>
                </a:lnTo>
                <a:cubicBezTo>
                  <a:pt x="125" y="66"/>
                  <a:pt x="132" y="74"/>
                  <a:pt x="132" y="83"/>
                </a:cubicBezTo>
                <a:lnTo>
                  <a:pt x="132" y="116"/>
                </a:lnTo>
                <a:cubicBezTo>
                  <a:pt x="132" y="125"/>
                  <a:pt x="125" y="132"/>
                  <a:pt x="116" y="132"/>
                </a:cubicBezTo>
                <a:lnTo>
                  <a:pt x="83" y="132"/>
                </a:lnTo>
                <a:cubicBezTo>
                  <a:pt x="73" y="132"/>
                  <a:pt x="66" y="125"/>
                  <a:pt x="66" y="116"/>
                </a:cubicBezTo>
                <a:lnTo>
                  <a:pt x="66" y="83"/>
                </a:lnTo>
                <a:cubicBezTo>
                  <a:pt x="66" y="74"/>
                  <a:pt x="73" y="66"/>
                  <a:pt x="83" y="66"/>
                </a:cubicBezTo>
                <a:moveTo>
                  <a:pt x="66" y="183"/>
                </a:moveTo>
                <a:cubicBezTo>
                  <a:pt x="66" y="174"/>
                  <a:pt x="73" y="166"/>
                  <a:pt x="83" y="166"/>
                </a:cubicBezTo>
                <a:lnTo>
                  <a:pt x="116" y="166"/>
                </a:lnTo>
                <a:cubicBezTo>
                  <a:pt x="125" y="166"/>
                  <a:pt x="132" y="174"/>
                  <a:pt x="132" y="183"/>
                </a:cubicBezTo>
                <a:lnTo>
                  <a:pt x="132" y="216"/>
                </a:lnTo>
                <a:cubicBezTo>
                  <a:pt x="132" y="225"/>
                  <a:pt x="125" y="233"/>
                  <a:pt x="116" y="233"/>
                </a:cubicBezTo>
                <a:lnTo>
                  <a:pt x="83" y="233"/>
                </a:lnTo>
                <a:cubicBezTo>
                  <a:pt x="73" y="233"/>
                  <a:pt x="66" y="225"/>
                  <a:pt x="66" y="216"/>
                </a:cubicBezTo>
                <a:lnTo>
                  <a:pt x="66" y="183"/>
                </a:lnTo>
                <a:moveTo>
                  <a:pt x="83" y="266"/>
                </a:moveTo>
                <a:lnTo>
                  <a:pt x="116" y="266"/>
                </a:lnTo>
                <a:cubicBezTo>
                  <a:pt x="125" y="266"/>
                  <a:pt x="132" y="273"/>
                  <a:pt x="132" y="282"/>
                </a:cubicBezTo>
                <a:lnTo>
                  <a:pt x="132" y="315"/>
                </a:lnTo>
                <a:cubicBezTo>
                  <a:pt x="132" y="324"/>
                  <a:pt x="125" y="332"/>
                  <a:pt x="116" y="332"/>
                </a:cubicBezTo>
                <a:lnTo>
                  <a:pt x="83" y="332"/>
                </a:lnTo>
                <a:cubicBezTo>
                  <a:pt x="73" y="332"/>
                  <a:pt x="66" y="324"/>
                  <a:pt x="66" y="315"/>
                </a:cubicBezTo>
                <a:lnTo>
                  <a:pt x="66" y="282"/>
                </a:lnTo>
                <a:cubicBezTo>
                  <a:pt x="66" y="273"/>
                  <a:pt x="73" y="266"/>
                  <a:pt x="83" y="266"/>
                </a:cubicBezTo>
                <a:moveTo>
                  <a:pt x="165" y="83"/>
                </a:moveTo>
                <a:cubicBezTo>
                  <a:pt x="165" y="74"/>
                  <a:pt x="173" y="66"/>
                  <a:pt x="182" y="66"/>
                </a:cubicBezTo>
                <a:lnTo>
                  <a:pt x="215" y="66"/>
                </a:lnTo>
                <a:cubicBezTo>
                  <a:pt x="224" y="66"/>
                  <a:pt x="231" y="74"/>
                  <a:pt x="231" y="83"/>
                </a:cubicBezTo>
                <a:lnTo>
                  <a:pt x="231" y="116"/>
                </a:lnTo>
                <a:cubicBezTo>
                  <a:pt x="231" y="125"/>
                  <a:pt x="224" y="132"/>
                  <a:pt x="215" y="132"/>
                </a:cubicBezTo>
                <a:lnTo>
                  <a:pt x="182" y="132"/>
                </a:lnTo>
                <a:cubicBezTo>
                  <a:pt x="173" y="132"/>
                  <a:pt x="165" y="125"/>
                  <a:pt x="165" y="116"/>
                </a:cubicBezTo>
                <a:lnTo>
                  <a:pt x="165" y="83"/>
                </a:lnTo>
                <a:moveTo>
                  <a:pt x="182" y="166"/>
                </a:moveTo>
                <a:lnTo>
                  <a:pt x="215" y="166"/>
                </a:lnTo>
                <a:cubicBezTo>
                  <a:pt x="224" y="166"/>
                  <a:pt x="231" y="174"/>
                  <a:pt x="231" y="183"/>
                </a:cubicBezTo>
                <a:lnTo>
                  <a:pt x="231" y="216"/>
                </a:lnTo>
                <a:cubicBezTo>
                  <a:pt x="231" y="225"/>
                  <a:pt x="224" y="233"/>
                  <a:pt x="215" y="233"/>
                </a:cubicBezTo>
                <a:lnTo>
                  <a:pt x="182" y="233"/>
                </a:lnTo>
                <a:cubicBezTo>
                  <a:pt x="173" y="233"/>
                  <a:pt x="165" y="225"/>
                  <a:pt x="165" y="216"/>
                </a:cubicBezTo>
                <a:lnTo>
                  <a:pt x="165" y="183"/>
                </a:lnTo>
                <a:cubicBezTo>
                  <a:pt x="165" y="174"/>
                  <a:pt x="173" y="166"/>
                  <a:pt x="182" y="166"/>
                </a:cubicBezTo>
                <a:moveTo>
                  <a:pt x="165" y="282"/>
                </a:moveTo>
                <a:cubicBezTo>
                  <a:pt x="165" y="273"/>
                  <a:pt x="173" y="266"/>
                  <a:pt x="182" y="266"/>
                </a:cubicBezTo>
                <a:lnTo>
                  <a:pt x="414" y="266"/>
                </a:lnTo>
                <a:cubicBezTo>
                  <a:pt x="423" y="266"/>
                  <a:pt x="431" y="273"/>
                  <a:pt x="431" y="282"/>
                </a:cubicBezTo>
                <a:lnTo>
                  <a:pt x="431" y="315"/>
                </a:lnTo>
                <a:cubicBezTo>
                  <a:pt x="431" y="324"/>
                  <a:pt x="423" y="332"/>
                  <a:pt x="414" y="332"/>
                </a:cubicBezTo>
                <a:lnTo>
                  <a:pt x="182" y="332"/>
                </a:lnTo>
                <a:cubicBezTo>
                  <a:pt x="173" y="332"/>
                  <a:pt x="165" y="324"/>
                  <a:pt x="165" y="315"/>
                </a:cubicBezTo>
                <a:lnTo>
                  <a:pt x="165" y="282"/>
                </a:lnTo>
                <a:moveTo>
                  <a:pt x="281" y="66"/>
                </a:moveTo>
                <a:lnTo>
                  <a:pt x="314" y="66"/>
                </a:lnTo>
                <a:cubicBezTo>
                  <a:pt x="323" y="66"/>
                  <a:pt x="331" y="74"/>
                  <a:pt x="331" y="83"/>
                </a:cubicBezTo>
                <a:lnTo>
                  <a:pt x="331" y="116"/>
                </a:lnTo>
                <a:cubicBezTo>
                  <a:pt x="331" y="125"/>
                  <a:pt x="323" y="132"/>
                  <a:pt x="314" y="132"/>
                </a:cubicBezTo>
                <a:lnTo>
                  <a:pt x="281" y="132"/>
                </a:lnTo>
                <a:cubicBezTo>
                  <a:pt x="272" y="132"/>
                  <a:pt x="264" y="125"/>
                  <a:pt x="264" y="116"/>
                </a:cubicBezTo>
                <a:lnTo>
                  <a:pt x="264" y="83"/>
                </a:lnTo>
                <a:cubicBezTo>
                  <a:pt x="264" y="74"/>
                  <a:pt x="272" y="66"/>
                  <a:pt x="281" y="66"/>
                </a:cubicBezTo>
                <a:moveTo>
                  <a:pt x="264" y="183"/>
                </a:moveTo>
                <a:cubicBezTo>
                  <a:pt x="264" y="174"/>
                  <a:pt x="272" y="166"/>
                  <a:pt x="281" y="166"/>
                </a:cubicBezTo>
                <a:lnTo>
                  <a:pt x="314" y="166"/>
                </a:lnTo>
                <a:cubicBezTo>
                  <a:pt x="323" y="166"/>
                  <a:pt x="331" y="174"/>
                  <a:pt x="331" y="183"/>
                </a:cubicBezTo>
                <a:lnTo>
                  <a:pt x="331" y="216"/>
                </a:lnTo>
                <a:cubicBezTo>
                  <a:pt x="331" y="225"/>
                  <a:pt x="323" y="233"/>
                  <a:pt x="314" y="233"/>
                </a:cubicBezTo>
                <a:lnTo>
                  <a:pt x="281" y="233"/>
                </a:lnTo>
                <a:cubicBezTo>
                  <a:pt x="272" y="233"/>
                  <a:pt x="264" y="225"/>
                  <a:pt x="264" y="216"/>
                </a:cubicBezTo>
                <a:lnTo>
                  <a:pt x="264" y="183"/>
                </a:lnTo>
                <a:moveTo>
                  <a:pt x="380" y="66"/>
                </a:moveTo>
                <a:lnTo>
                  <a:pt x="414" y="66"/>
                </a:lnTo>
                <a:cubicBezTo>
                  <a:pt x="423" y="66"/>
                  <a:pt x="431" y="74"/>
                  <a:pt x="431" y="83"/>
                </a:cubicBezTo>
                <a:lnTo>
                  <a:pt x="431" y="116"/>
                </a:lnTo>
                <a:cubicBezTo>
                  <a:pt x="431" y="125"/>
                  <a:pt x="423" y="132"/>
                  <a:pt x="414" y="132"/>
                </a:cubicBezTo>
                <a:lnTo>
                  <a:pt x="380" y="132"/>
                </a:lnTo>
                <a:cubicBezTo>
                  <a:pt x="371" y="132"/>
                  <a:pt x="364" y="125"/>
                  <a:pt x="364" y="116"/>
                </a:cubicBezTo>
                <a:lnTo>
                  <a:pt x="364" y="83"/>
                </a:lnTo>
                <a:cubicBezTo>
                  <a:pt x="364" y="74"/>
                  <a:pt x="371" y="66"/>
                  <a:pt x="380" y="66"/>
                </a:cubicBezTo>
                <a:moveTo>
                  <a:pt x="364" y="183"/>
                </a:moveTo>
                <a:cubicBezTo>
                  <a:pt x="364" y="174"/>
                  <a:pt x="371" y="166"/>
                  <a:pt x="380" y="166"/>
                </a:cubicBezTo>
                <a:lnTo>
                  <a:pt x="414" y="166"/>
                </a:lnTo>
                <a:cubicBezTo>
                  <a:pt x="423" y="166"/>
                  <a:pt x="431" y="174"/>
                  <a:pt x="431" y="183"/>
                </a:cubicBezTo>
                <a:lnTo>
                  <a:pt x="431" y="216"/>
                </a:lnTo>
                <a:cubicBezTo>
                  <a:pt x="431" y="225"/>
                  <a:pt x="423" y="233"/>
                  <a:pt x="414" y="233"/>
                </a:cubicBezTo>
                <a:lnTo>
                  <a:pt x="380" y="233"/>
                </a:lnTo>
                <a:cubicBezTo>
                  <a:pt x="371" y="233"/>
                  <a:pt x="364" y="225"/>
                  <a:pt x="364" y="216"/>
                </a:cubicBezTo>
                <a:lnTo>
                  <a:pt x="364" y="183"/>
                </a:lnTo>
                <a:moveTo>
                  <a:pt x="480" y="66"/>
                </a:moveTo>
                <a:lnTo>
                  <a:pt x="513" y="66"/>
                </a:lnTo>
                <a:cubicBezTo>
                  <a:pt x="523" y="66"/>
                  <a:pt x="530" y="74"/>
                  <a:pt x="530" y="83"/>
                </a:cubicBezTo>
                <a:lnTo>
                  <a:pt x="530" y="116"/>
                </a:lnTo>
                <a:cubicBezTo>
                  <a:pt x="530" y="125"/>
                  <a:pt x="523" y="132"/>
                  <a:pt x="513" y="132"/>
                </a:cubicBezTo>
                <a:lnTo>
                  <a:pt x="480" y="132"/>
                </a:lnTo>
                <a:cubicBezTo>
                  <a:pt x="471" y="132"/>
                  <a:pt x="464" y="125"/>
                  <a:pt x="464" y="116"/>
                </a:cubicBezTo>
                <a:lnTo>
                  <a:pt x="464" y="83"/>
                </a:lnTo>
                <a:cubicBezTo>
                  <a:pt x="464" y="74"/>
                  <a:pt x="471" y="66"/>
                  <a:pt x="480" y="66"/>
                </a:cubicBezTo>
                <a:moveTo>
                  <a:pt x="464" y="183"/>
                </a:moveTo>
                <a:cubicBezTo>
                  <a:pt x="464" y="174"/>
                  <a:pt x="471" y="166"/>
                  <a:pt x="480" y="166"/>
                </a:cubicBezTo>
                <a:lnTo>
                  <a:pt x="513" y="166"/>
                </a:lnTo>
                <a:cubicBezTo>
                  <a:pt x="523" y="166"/>
                  <a:pt x="530" y="174"/>
                  <a:pt x="530" y="183"/>
                </a:cubicBezTo>
                <a:lnTo>
                  <a:pt x="530" y="216"/>
                </a:lnTo>
                <a:cubicBezTo>
                  <a:pt x="530" y="225"/>
                  <a:pt x="523" y="233"/>
                  <a:pt x="513" y="233"/>
                </a:cubicBezTo>
                <a:lnTo>
                  <a:pt x="480" y="233"/>
                </a:lnTo>
                <a:cubicBezTo>
                  <a:pt x="471" y="233"/>
                  <a:pt x="464" y="225"/>
                  <a:pt x="464" y="216"/>
                </a:cubicBezTo>
                <a:lnTo>
                  <a:pt x="464" y="183"/>
                </a:lnTo>
                <a:moveTo>
                  <a:pt x="480" y="266"/>
                </a:moveTo>
                <a:lnTo>
                  <a:pt x="513" y="266"/>
                </a:lnTo>
                <a:cubicBezTo>
                  <a:pt x="523" y="266"/>
                  <a:pt x="530" y="273"/>
                  <a:pt x="530" y="282"/>
                </a:cubicBezTo>
                <a:lnTo>
                  <a:pt x="530" y="315"/>
                </a:lnTo>
                <a:cubicBezTo>
                  <a:pt x="530" y="324"/>
                  <a:pt x="523" y="332"/>
                  <a:pt x="513" y="332"/>
                </a:cubicBezTo>
                <a:lnTo>
                  <a:pt x="480" y="332"/>
                </a:lnTo>
                <a:cubicBezTo>
                  <a:pt x="471" y="332"/>
                  <a:pt x="464" y="324"/>
                  <a:pt x="464" y="315"/>
                </a:cubicBezTo>
                <a:lnTo>
                  <a:pt x="464" y="282"/>
                </a:lnTo>
                <a:cubicBezTo>
                  <a:pt x="464" y="273"/>
                  <a:pt x="471" y="266"/>
                  <a:pt x="480" y="266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976320" y="4604760"/>
            <a:ext cx="1258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输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出实时显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示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在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输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出窗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口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976320" y="5195160"/>
            <a:ext cx="916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支持标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准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输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入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交</a:t>
            </a:r>
            <a:r>
              <a:rPr lang="zh-CN" sz="1500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任意多边形 18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2" name="任意多边形 1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183" name="图片 18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3429000"/>
            <a:ext cx="12191760" cy="342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任意多边形 183"/>
          <p:cNvSpPr/>
          <p:nvPr/>
        </p:nvSpPr>
        <p:spPr>
          <a:xfrm>
            <a:off x="456840" y="92376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4"/>
                </a:cubicBezTo>
                <a:cubicBezTo>
                  <a:pt x="7" y="27"/>
                  <a:pt x="11" y="21"/>
                  <a:pt x="16" y="16"/>
                </a:cubicBezTo>
                <a:cubicBezTo>
                  <a:pt x="21" y="11"/>
                  <a:pt x="27" y="8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8"/>
                  <a:pt x="2098" y="11"/>
                  <a:pt x="2103" y="16"/>
                </a:cubicBezTo>
                <a:cubicBezTo>
                  <a:pt x="2108" y="21"/>
                  <a:pt x="2111" y="27"/>
                  <a:pt x="2114" y="34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1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1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5" name="任意多边形 184"/>
          <p:cNvSpPr/>
          <p:nvPr/>
        </p:nvSpPr>
        <p:spPr>
          <a:xfrm>
            <a:off x="456840" y="504720"/>
            <a:ext cx="386280" cy="343080"/>
          </a:xfrm>
          <a:custGeom>
            <a:avLst/>
            <a:gdLst/>
            <a:ahLst/>
            <a:cxnLst/>
            <a:rect l="0" t="0" r="r" b="b"/>
            <a:pathLst>
              <a:path w="1073" h="953">
                <a:moveTo>
                  <a:pt x="120" y="0"/>
                </a:moveTo>
                <a:cubicBezTo>
                  <a:pt x="54" y="0"/>
                  <a:pt x="0" y="54"/>
                  <a:pt x="0" y="120"/>
                </a:cubicBezTo>
                <a:lnTo>
                  <a:pt x="0" y="656"/>
                </a:lnTo>
                <a:cubicBezTo>
                  <a:pt x="0" y="721"/>
                  <a:pt x="54" y="775"/>
                  <a:pt x="120" y="775"/>
                </a:cubicBezTo>
                <a:lnTo>
                  <a:pt x="448" y="775"/>
                </a:lnTo>
                <a:lnTo>
                  <a:pt x="428" y="834"/>
                </a:lnTo>
                <a:lnTo>
                  <a:pt x="298" y="834"/>
                </a:lnTo>
                <a:cubicBezTo>
                  <a:pt x="265" y="834"/>
                  <a:pt x="239" y="861"/>
                  <a:pt x="239" y="894"/>
                </a:cubicBezTo>
                <a:cubicBezTo>
                  <a:pt x="239" y="927"/>
                  <a:pt x="265" y="953"/>
                  <a:pt x="298" y="953"/>
                </a:cubicBezTo>
                <a:lnTo>
                  <a:pt x="775" y="953"/>
                </a:lnTo>
                <a:cubicBezTo>
                  <a:pt x="808" y="953"/>
                  <a:pt x="835" y="927"/>
                  <a:pt x="835" y="894"/>
                </a:cubicBezTo>
                <a:cubicBezTo>
                  <a:pt x="835" y="861"/>
                  <a:pt x="808" y="834"/>
                  <a:pt x="775" y="834"/>
                </a:cubicBezTo>
                <a:lnTo>
                  <a:pt x="646" y="834"/>
                </a:lnTo>
                <a:lnTo>
                  <a:pt x="627" y="775"/>
                </a:lnTo>
                <a:lnTo>
                  <a:pt x="954" y="775"/>
                </a:lnTo>
                <a:cubicBezTo>
                  <a:pt x="1020" y="775"/>
                  <a:pt x="1073" y="721"/>
                  <a:pt x="1073" y="656"/>
                </a:cubicBezTo>
                <a:lnTo>
                  <a:pt x="1073" y="120"/>
                </a:lnTo>
                <a:cubicBezTo>
                  <a:pt x="1073" y="54"/>
                  <a:pt x="1020" y="0"/>
                  <a:pt x="954" y="0"/>
                </a:cubicBezTo>
                <a:lnTo>
                  <a:pt x="120" y="0"/>
                </a:lnTo>
                <a:moveTo>
                  <a:pt x="954" y="120"/>
                </a:moveTo>
                <a:lnTo>
                  <a:pt x="954" y="537"/>
                </a:lnTo>
                <a:lnTo>
                  <a:pt x="120" y="537"/>
                </a:lnTo>
                <a:lnTo>
                  <a:pt x="120" y="120"/>
                </a:lnTo>
                <a:lnTo>
                  <a:pt x="954" y="120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957240" y="482040"/>
            <a:ext cx="13395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5.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界面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展示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7" name="任意多边形 186"/>
          <p:cNvSpPr/>
          <p:nvPr/>
        </p:nvSpPr>
        <p:spPr>
          <a:xfrm>
            <a:off x="609480" y="2669040"/>
            <a:ext cx="190800" cy="167040"/>
          </a:xfrm>
          <a:custGeom>
            <a:avLst/>
            <a:gdLst/>
            <a:ahLst/>
            <a:cxnLst/>
            <a:rect l="0" t="0" r="r" b="b"/>
            <a:pathLst>
              <a:path w="530" h="464">
                <a:moveTo>
                  <a:pt x="66" y="0"/>
                </a:moveTo>
                <a:cubicBezTo>
                  <a:pt x="29" y="0"/>
                  <a:pt x="0" y="30"/>
                  <a:pt x="0" y="67"/>
                </a:cubicBezTo>
                <a:lnTo>
                  <a:pt x="0" y="398"/>
                </a:lnTo>
                <a:cubicBezTo>
                  <a:pt x="0" y="435"/>
                  <a:pt x="29" y="464"/>
                  <a:pt x="66" y="464"/>
                </a:cubicBezTo>
                <a:lnTo>
                  <a:pt x="464" y="464"/>
                </a:lnTo>
                <a:cubicBezTo>
                  <a:pt x="500" y="464"/>
                  <a:pt x="530" y="435"/>
                  <a:pt x="530" y="398"/>
                </a:cubicBezTo>
                <a:lnTo>
                  <a:pt x="530" y="67"/>
                </a:lnTo>
                <a:cubicBezTo>
                  <a:pt x="530" y="30"/>
                  <a:pt x="500" y="0"/>
                  <a:pt x="464" y="0"/>
                </a:cubicBezTo>
                <a:lnTo>
                  <a:pt x="66" y="0"/>
                </a:lnTo>
                <a:moveTo>
                  <a:pt x="99" y="67"/>
                </a:moveTo>
                <a:lnTo>
                  <a:pt x="431" y="67"/>
                </a:lnTo>
                <a:cubicBezTo>
                  <a:pt x="449" y="67"/>
                  <a:pt x="464" y="81"/>
                  <a:pt x="464" y="100"/>
                </a:cubicBezTo>
                <a:cubicBezTo>
                  <a:pt x="464" y="118"/>
                  <a:pt x="449" y="133"/>
                  <a:pt x="431" y="133"/>
                </a:cubicBezTo>
                <a:lnTo>
                  <a:pt x="99" y="133"/>
                </a:lnTo>
                <a:cubicBezTo>
                  <a:pt x="81" y="133"/>
                  <a:pt x="66" y="118"/>
                  <a:pt x="66" y="100"/>
                </a:cubicBezTo>
                <a:cubicBezTo>
                  <a:pt x="66" y="81"/>
                  <a:pt x="81" y="67"/>
                  <a:pt x="99" y="67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457200" y="2121480"/>
            <a:ext cx="1018540" cy="307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00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界面布局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89" name="任意多边形 188"/>
          <p:cNvSpPr/>
          <p:nvPr/>
        </p:nvSpPr>
        <p:spPr>
          <a:xfrm>
            <a:off x="609480" y="3193200"/>
            <a:ext cx="190800" cy="167040"/>
          </a:xfrm>
          <a:custGeom>
            <a:avLst/>
            <a:gdLst/>
            <a:ahLst/>
            <a:cxnLst/>
            <a:rect l="0" t="0" r="r" b="b"/>
            <a:pathLst>
              <a:path w="530" h="464">
                <a:moveTo>
                  <a:pt x="0" y="66"/>
                </a:moveTo>
                <a:cubicBezTo>
                  <a:pt x="0" y="29"/>
                  <a:pt x="29" y="0"/>
                  <a:pt x="66" y="0"/>
                </a:cubicBezTo>
                <a:lnTo>
                  <a:pt x="464" y="0"/>
                </a:lnTo>
                <a:cubicBezTo>
                  <a:pt x="500" y="0"/>
                  <a:pt x="530" y="29"/>
                  <a:pt x="530" y="66"/>
                </a:cubicBezTo>
                <a:lnTo>
                  <a:pt x="530" y="398"/>
                </a:lnTo>
                <a:cubicBezTo>
                  <a:pt x="530" y="434"/>
                  <a:pt x="500" y="464"/>
                  <a:pt x="464" y="464"/>
                </a:cubicBezTo>
                <a:lnTo>
                  <a:pt x="66" y="464"/>
                </a:lnTo>
                <a:cubicBezTo>
                  <a:pt x="29" y="464"/>
                  <a:pt x="0" y="434"/>
                  <a:pt x="0" y="398"/>
                </a:cubicBezTo>
                <a:lnTo>
                  <a:pt x="0" y="66"/>
                </a:lnTo>
                <a:moveTo>
                  <a:pt x="66" y="66"/>
                </a:moveTo>
                <a:lnTo>
                  <a:pt x="66" y="132"/>
                </a:lnTo>
                <a:lnTo>
                  <a:pt x="132" y="132"/>
                </a:lnTo>
                <a:lnTo>
                  <a:pt x="132" y="66"/>
                </a:lnTo>
                <a:lnTo>
                  <a:pt x="66" y="66"/>
                </a:lnTo>
                <a:moveTo>
                  <a:pt x="464" y="66"/>
                </a:moveTo>
                <a:lnTo>
                  <a:pt x="199" y="66"/>
                </a:lnTo>
                <a:lnTo>
                  <a:pt x="199" y="132"/>
                </a:lnTo>
                <a:lnTo>
                  <a:pt x="464" y="132"/>
                </a:lnTo>
                <a:lnTo>
                  <a:pt x="464" y="66"/>
                </a:lnTo>
                <a:moveTo>
                  <a:pt x="66" y="199"/>
                </a:moveTo>
                <a:lnTo>
                  <a:pt x="66" y="265"/>
                </a:lnTo>
                <a:lnTo>
                  <a:pt x="132" y="265"/>
                </a:lnTo>
                <a:lnTo>
                  <a:pt x="132" y="199"/>
                </a:lnTo>
                <a:lnTo>
                  <a:pt x="66" y="199"/>
                </a:lnTo>
                <a:moveTo>
                  <a:pt x="464" y="199"/>
                </a:moveTo>
                <a:lnTo>
                  <a:pt x="199" y="199"/>
                </a:lnTo>
                <a:lnTo>
                  <a:pt x="199" y="265"/>
                </a:lnTo>
                <a:lnTo>
                  <a:pt x="464" y="265"/>
                </a:lnTo>
                <a:lnTo>
                  <a:pt x="464" y="199"/>
                </a:lnTo>
                <a:moveTo>
                  <a:pt x="66" y="331"/>
                </a:moveTo>
                <a:lnTo>
                  <a:pt x="66" y="398"/>
                </a:lnTo>
                <a:lnTo>
                  <a:pt x="132" y="398"/>
                </a:lnTo>
                <a:lnTo>
                  <a:pt x="132" y="331"/>
                </a:lnTo>
                <a:lnTo>
                  <a:pt x="66" y="331"/>
                </a:lnTo>
                <a:moveTo>
                  <a:pt x="464" y="331"/>
                </a:moveTo>
                <a:lnTo>
                  <a:pt x="199" y="331"/>
                </a:lnTo>
                <a:lnTo>
                  <a:pt x="199" y="398"/>
                </a:lnTo>
                <a:lnTo>
                  <a:pt x="464" y="398"/>
                </a:lnTo>
                <a:lnTo>
                  <a:pt x="464" y="331"/>
                </a:ln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0" name="文本框 189"/>
          <p:cNvSpPr txBox="1"/>
          <p:nvPr/>
        </p:nvSpPr>
        <p:spPr>
          <a:xfrm>
            <a:off x="952560" y="2594880"/>
            <a:ext cx="435356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主区域：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标签式编辑器</a:t>
            </a:r>
            <a:r>
              <a:rPr lang="en-US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+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输出显示</a:t>
            </a:r>
            <a:r>
              <a:rPr lang="en-US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+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输入区域</a:t>
            </a:r>
            <a:endParaRPr lang="zh-CN" b="0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1" name="任意多边形 190"/>
          <p:cNvSpPr/>
          <p:nvPr/>
        </p:nvSpPr>
        <p:spPr>
          <a:xfrm>
            <a:off x="609480" y="3707280"/>
            <a:ext cx="190800" cy="167040"/>
          </a:xfrm>
          <a:custGeom>
            <a:avLst/>
            <a:gdLst/>
            <a:ahLst/>
            <a:cxnLst/>
            <a:rect l="0" t="0" r="r" b="b"/>
            <a:pathLst>
              <a:path w="530" h="464">
                <a:moveTo>
                  <a:pt x="183" y="58"/>
                </a:moveTo>
                <a:lnTo>
                  <a:pt x="183" y="100"/>
                </a:lnTo>
                <a:lnTo>
                  <a:pt x="348" y="100"/>
                </a:lnTo>
                <a:lnTo>
                  <a:pt x="348" y="58"/>
                </a:lnTo>
                <a:cubicBezTo>
                  <a:pt x="348" y="54"/>
                  <a:pt x="344" y="50"/>
                  <a:pt x="340" y="50"/>
                </a:cubicBezTo>
                <a:lnTo>
                  <a:pt x="191" y="50"/>
                </a:lnTo>
                <a:cubicBezTo>
                  <a:pt x="186" y="50"/>
                  <a:pt x="183" y="54"/>
                  <a:pt x="183" y="58"/>
                </a:cubicBezTo>
                <a:moveTo>
                  <a:pt x="132" y="100"/>
                </a:moveTo>
                <a:lnTo>
                  <a:pt x="132" y="58"/>
                </a:lnTo>
                <a:cubicBezTo>
                  <a:pt x="132" y="26"/>
                  <a:pt x="158" y="0"/>
                  <a:pt x="191" y="0"/>
                </a:cubicBezTo>
                <a:lnTo>
                  <a:pt x="340" y="0"/>
                </a:lnTo>
                <a:cubicBezTo>
                  <a:pt x="372" y="0"/>
                  <a:pt x="398" y="26"/>
                  <a:pt x="398" y="58"/>
                </a:cubicBezTo>
                <a:lnTo>
                  <a:pt x="398" y="100"/>
                </a:lnTo>
                <a:lnTo>
                  <a:pt x="427" y="100"/>
                </a:lnTo>
                <a:cubicBezTo>
                  <a:pt x="440" y="100"/>
                  <a:pt x="452" y="105"/>
                  <a:pt x="462" y="114"/>
                </a:cubicBezTo>
                <a:lnTo>
                  <a:pt x="515" y="169"/>
                </a:lnTo>
                <a:cubicBezTo>
                  <a:pt x="525" y="178"/>
                  <a:pt x="530" y="191"/>
                  <a:pt x="530" y="204"/>
                </a:cubicBezTo>
                <a:lnTo>
                  <a:pt x="530" y="299"/>
                </a:lnTo>
                <a:lnTo>
                  <a:pt x="398" y="299"/>
                </a:lnTo>
                <a:lnTo>
                  <a:pt x="398" y="266"/>
                </a:lnTo>
                <a:cubicBezTo>
                  <a:pt x="398" y="248"/>
                  <a:pt x="383" y="233"/>
                  <a:pt x="365" y="233"/>
                </a:cubicBezTo>
                <a:cubicBezTo>
                  <a:pt x="346" y="233"/>
                  <a:pt x="332" y="248"/>
                  <a:pt x="332" y="266"/>
                </a:cubicBezTo>
                <a:lnTo>
                  <a:pt x="332" y="299"/>
                </a:lnTo>
                <a:lnTo>
                  <a:pt x="199" y="299"/>
                </a:lnTo>
                <a:lnTo>
                  <a:pt x="199" y="266"/>
                </a:lnTo>
                <a:cubicBezTo>
                  <a:pt x="199" y="248"/>
                  <a:pt x="184" y="233"/>
                  <a:pt x="166" y="233"/>
                </a:cubicBezTo>
                <a:cubicBezTo>
                  <a:pt x="147" y="233"/>
                  <a:pt x="132" y="248"/>
                  <a:pt x="132" y="266"/>
                </a:cubicBezTo>
                <a:lnTo>
                  <a:pt x="132" y="299"/>
                </a:lnTo>
                <a:lnTo>
                  <a:pt x="0" y="299"/>
                </a:lnTo>
                <a:lnTo>
                  <a:pt x="0" y="204"/>
                </a:lnTo>
                <a:cubicBezTo>
                  <a:pt x="0" y="191"/>
                  <a:pt x="5" y="178"/>
                  <a:pt x="14" y="169"/>
                </a:cubicBezTo>
                <a:lnTo>
                  <a:pt x="68" y="114"/>
                </a:lnTo>
                <a:cubicBezTo>
                  <a:pt x="77" y="105"/>
                  <a:pt x="90" y="100"/>
                  <a:pt x="103" y="100"/>
                </a:cubicBezTo>
                <a:lnTo>
                  <a:pt x="132" y="100"/>
                </a:lnTo>
                <a:moveTo>
                  <a:pt x="0" y="398"/>
                </a:moveTo>
                <a:lnTo>
                  <a:pt x="0" y="332"/>
                </a:lnTo>
                <a:lnTo>
                  <a:pt x="132" y="332"/>
                </a:lnTo>
                <a:cubicBezTo>
                  <a:pt x="132" y="350"/>
                  <a:pt x="147" y="365"/>
                  <a:pt x="166" y="365"/>
                </a:cubicBezTo>
                <a:cubicBezTo>
                  <a:pt x="184" y="365"/>
                  <a:pt x="199" y="350"/>
                  <a:pt x="199" y="332"/>
                </a:cubicBezTo>
                <a:lnTo>
                  <a:pt x="332" y="332"/>
                </a:lnTo>
                <a:cubicBezTo>
                  <a:pt x="332" y="350"/>
                  <a:pt x="346" y="365"/>
                  <a:pt x="365" y="365"/>
                </a:cubicBezTo>
                <a:cubicBezTo>
                  <a:pt x="383" y="365"/>
                  <a:pt x="398" y="350"/>
                  <a:pt x="398" y="332"/>
                </a:cubicBezTo>
                <a:lnTo>
                  <a:pt x="530" y="332"/>
                </a:lnTo>
                <a:lnTo>
                  <a:pt x="530" y="398"/>
                </a:lnTo>
                <a:cubicBezTo>
                  <a:pt x="530" y="435"/>
                  <a:pt x="500" y="464"/>
                  <a:pt x="464" y="464"/>
                </a:cubicBezTo>
                <a:lnTo>
                  <a:pt x="66" y="464"/>
                </a:lnTo>
                <a:cubicBezTo>
                  <a:pt x="29" y="464"/>
                  <a:pt x="0" y="435"/>
                  <a:pt x="0" y="398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952560" y="3109320"/>
            <a:ext cx="361061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菜单栏：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文件</a:t>
            </a:r>
            <a:r>
              <a:rPr lang="en-US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/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编辑</a:t>
            </a:r>
            <a:r>
              <a:rPr lang="en-US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/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运行等标准菜单</a:t>
            </a:r>
            <a:endParaRPr lang="zh-CN" b="0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3" name="任意多边形 192"/>
          <p:cNvSpPr/>
          <p:nvPr/>
        </p:nvSpPr>
        <p:spPr>
          <a:xfrm>
            <a:off x="609480" y="4219560"/>
            <a:ext cx="190800" cy="190800"/>
          </a:xfrm>
          <a:custGeom>
            <a:avLst/>
            <a:gdLst/>
            <a:ahLst/>
            <a:cxnLst/>
            <a:rect l="0" t="0" r="r" b="b"/>
            <a:pathLst>
              <a:path w="530" h="530">
                <a:moveTo>
                  <a:pt x="265" y="530"/>
                </a:moveTo>
                <a:cubicBezTo>
                  <a:pt x="283" y="530"/>
                  <a:pt x="300" y="528"/>
                  <a:pt x="317" y="525"/>
                </a:cubicBezTo>
                <a:cubicBezTo>
                  <a:pt x="334" y="521"/>
                  <a:pt x="351" y="516"/>
                  <a:pt x="367" y="510"/>
                </a:cubicBezTo>
                <a:cubicBezTo>
                  <a:pt x="383" y="503"/>
                  <a:pt x="398" y="495"/>
                  <a:pt x="412" y="485"/>
                </a:cubicBezTo>
                <a:cubicBezTo>
                  <a:pt x="427" y="475"/>
                  <a:pt x="440" y="464"/>
                  <a:pt x="453" y="452"/>
                </a:cubicBezTo>
                <a:cubicBezTo>
                  <a:pt x="465" y="440"/>
                  <a:pt x="476" y="427"/>
                  <a:pt x="485" y="412"/>
                </a:cubicBezTo>
                <a:cubicBezTo>
                  <a:pt x="495" y="398"/>
                  <a:pt x="503" y="382"/>
                  <a:pt x="510" y="366"/>
                </a:cubicBezTo>
                <a:cubicBezTo>
                  <a:pt x="517" y="350"/>
                  <a:pt x="522" y="334"/>
                  <a:pt x="525" y="317"/>
                </a:cubicBezTo>
                <a:cubicBezTo>
                  <a:pt x="528" y="300"/>
                  <a:pt x="530" y="282"/>
                  <a:pt x="530" y="265"/>
                </a:cubicBezTo>
                <a:cubicBezTo>
                  <a:pt x="530" y="248"/>
                  <a:pt x="528" y="231"/>
                  <a:pt x="525" y="214"/>
                </a:cubicBezTo>
                <a:cubicBezTo>
                  <a:pt x="522" y="196"/>
                  <a:pt x="517" y="179"/>
                  <a:pt x="510" y="163"/>
                </a:cubicBezTo>
                <a:cubicBezTo>
                  <a:pt x="503" y="147"/>
                  <a:pt x="495" y="132"/>
                  <a:pt x="485" y="117"/>
                </a:cubicBezTo>
                <a:cubicBezTo>
                  <a:pt x="476" y="103"/>
                  <a:pt x="465" y="89"/>
                  <a:pt x="453" y="77"/>
                </a:cubicBezTo>
                <a:cubicBezTo>
                  <a:pt x="440" y="65"/>
                  <a:pt x="427" y="54"/>
                  <a:pt x="412" y="44"/>
                </a:cubicBezTo>
                <a:cubicBezTo>
                  <a:pt x="398" y="34"/>
                  <a:pt x="383" y="26"/>
                  <a:pt x="367" y="20"/>
                </a:cubicBezTo>
                <a:cubicBezTo>
                  <a:pt x="351" y="13"/>
                  <a:pt x="334" y="8"/>
                  <a:pt x="317" y="5"/>
                </a:cubicBezTo>
                <a:cubicBezTo>
                  <a:pt x="300" y="1"/>
                  <a:pt x="283" y="0"/>
                  <a:pt x="265" y="0"/>
                </a:cubicBezTo>
                <a:cubicBezTo>
                  <a:pt x="248" y="0"/>
                  <a:pt x="231" y="1"/>
                  <a:pt x="214" y="5"/>
                </a:cubicBezTo>
                <a:cubicBezTo>
                  <a:pt x="197" y="8"/>
                  <a:pt x="180" y="13"/>
                  <a:pt x="164" y="20"/>
                </a:cubicBezTo>
                <a:cubicBezTo>
                  <a:pt x="147" y="26"/>
                  <a:pt x="132" y="34"/>
                  <a:pt x="117" y="44"/>
                </a:cubicBezTo>
                <a:cubicBezTo>
                  <a:pt x="103" y="54"/>
                  <a:pt x="90" y="65"/>
                  <a:pt x="77" y="77"/>
                </a:cubicBezTo>
                <a:cubicBezTo>
                  <a:pt x="65" y="89"/>
                  <a:pt x="54" y="103"/>
                  <a:pt x="44" y="117"/>
                </a:cubicBezTo>
                <a:cubicBezTo>
                  <a:pt x="35" y="132"/>
                  <a:pt x="27" y="147"/>
                  <a:pt x="20" y="163"/>
                </a:cubicBezTo>
                <a:cubicBezTo>
                  <a:pt x="13" y="179"/>
                  <a:pt x="8" y="196"/>
                  <a:pt x="5" y="214"/>
                </a:cubicBezTo>
                <a:cubicBezTo>
                  <a:pt x="2" y="231"/>
                  <a:pt x="0" y="248"/>
                  <a:pt x="0" y="265"/>
                </a:cubicBezTo>
                <a:cubicBezTo>
                  <a:pt x="0" y="282"/>
                  <a:pt x="2" y="300"/>
                  <a:pt x="5" y="317"/>
                </a:cubicBezTo>
                <a:cubicBezTo>
                  <a:pt x="8" y="334"/>
                  <a:pt x="13" y="350"/>
                  <a:pt x="20" y="366"/>
                </a:cubicBezTo>
                <a:cubicBezTo>
                  <a:pt x="27" y="382"/>
                  <a:pt x="35" y="398"/>
                  <a:pt x="44" y="412"/>
                </a:cubicBezTo>
                <a:cubicBezTo>
                  <a:pt x="54" y="427"/>
                  <a:pt x="65" y="440"/>
                  <a:pt x="77" y="452"/>
                </a:cubicBezTo>
                <a:cubicBezTo>
                  <a:pt x="90" y="464"/>
                  <a:pt x="103" y="475"/>
                  <a:pt x="117" y="485"/>
                </a:cubicBezTo>
                <a:cubicBezTo>
                  <a:pt x="132" y="495"/>
                  <a:pt x="147" y="503"/>
                  <a:pt x="164" y="510"/>
                </a:cubicBezTo>
                <a:cubicBezTo>
                  <a:pt x="180" y="516"/>
                  <a:pt x="197" y="521"/>
                  <a:pt x="214" y="525"/>
                </a:cubicBezTo>
                <a:cubicBezTo>
                  <a:pt x="231" y="528"/>
                  <a:pt x="248" y="530"/>
                  <a:pt x="265" y="530"/>
                </a:cubicBezTo>
                <a:moveTo>
                  <a:pt x="224" y="348"/>
                </a:moveTo>
                <a:lnTo>
                  <a:pt x="249" y="348"/>
                </a:lnTo>
                <a:lnTo>
                  <a:pt x="249" y="282"/>
                </a:lnTo>
                <a:lnTo>
                  <a:pt x="224" y="282"/>
                </a:lnTo>
                <a:cubicBezTo>
                  <a:pt x="210" y="282"/>
                  <a:pt x="199" y="271"/>
                  <a:pt x="199" y="257"/>
                </a:cubicBezTo>
                <a:cubicBezTo>
                  <a:pt x="199" y="243"/>
                  <a:pt x="210" y="232"/>
                  <a:pt x="224" y="232"/>
                </a:cubicBezTo>
                <a:lnTo>
                  <a:pt x="274" y="232"/>
                </a:lnTo>
                <a:cubicBezTo>
                  <a:pt x="287" y="232"/>
                  <a:pt x="298" y="243"/>
                  <a:pt x="298" y="257"/>
                </a:cubicBezTo>
                <a:lnTo>
                  <a:pt x="298" y="348"/>
                </a:lnTo>
                <a:lnTo>
                  <a:pt x="307" y="348"/>
                </a:lnTo>
                <a:cubicBezTo>
                  <a:pt x="321" y="348"/>
                  <a:pt x="332" y="359"/>
                  <a:pt x="332" y="373"/>
                </a:cubicBezTo>
                <a:cubicBezTo>
                  <a:pt x="332" y="386"/>
                  <a:pt x="321" y="397"/>
                  <a:pt x="307" y="397"/>
                </a:cubicBezTo>
                <a:lnTo>
                  <a:pt x="224" y="397"/>
                </a:lnTo>
                <a:cubicBezTo>
                  <a:pt x="210" y="397"/>
                  <a:pt x="199" y="386"/>
                  <a:pt x="199" y="373"/>
                </a:cubicBezTo>
                <a:cubicBezTo>
                  <a:pt x="199" y="359"/>
                  <a:pt x="210" y="348"/>
                  <a:pt x="224" y="348"/>
                </a:cubicBezTo>
                <a:moveTo>
                  <a:pt x="265" y="132"/>
                </a:moveTo>
                <a:cubicBezTo>
                  <a:pt x="275" y="132"/>
                  <a:pt x="282" y="135"/>
                  <a:pt x="289" y="142"/>
                </a:cubicBezTo>
                <a:cubicBezTo>
                  <a:pt x="295" y="148"/>
                  <a:pt x="298" y="156"/>
                  <a:pt x="298" y="165"/>
                </a:cubicBezTo>
                <a:cubicBezTo>
                  <a:pt x="298" y="174"/>
                  <a:pt x="295" y="183"/>
                  <a:pt x="289" y="189"/>
                </a:cubicBezTo>
                <a:cubicBezTo>
                  <a:pt x="282" y="196"/>
                  <a:pt x="275" y="199"/>
                  <a:pt x="265" y="199"/>
                </a:cubicBezTo>
                <a:cubicBezTo>
                  <a:pt x="256" y="199"/>
                  <a:pt x="248" y="196"/>
                  <a:pt x="242" y="189"/>
                </a:cubicBezTo>
                <a:cubicBezTo>
                  <a:pt x="236" y="183"/>
                  <a:pt x="232" y="174"/>
                  <a:pt x="232" y="165"/>
                </a:cubicBezTo>
                <a:cubicBezTo>
                  <a:pt x="232" y="156"/>
                  <a:pt x="236" y="148"/>
                  <a:pt x="242" y="142"/>
                </a:cubicBezTo>
                <a:cubicBezTo>
                  <a:pt x="248" y="135"/>
                  <a:pt x="256" y="132"/>
                  <a:pt x="265" y="132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952560" y="3633120"/>
            <a:ext cx="274320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工具栏：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常用功能快捷按钮</a:t>
            </a:r>
            <a:endParaRPr lang="zh-CN" b="0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952560" y="4147560"/>
            <a:ext cx="342900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0" i="0" u="none" strike="noStrike">
                <a:solidFill>
                  <a:srgbClr val="E5E7E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状态栏：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显示编辑状态和操作结果</a:t>
            </a:r>
            <a:endParaRPr lang="zh-CN" b="0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457200" y="4883760"/>
            <a:ext cx="1018540" cy="307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00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设计理</a:t>
            </a:r>
            <a:r>
              <a:rPr lang="zh-CN" sz="2000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念</a:t>
            </a:r>
            <a:endParaRPr lang="zh-CN" sz="2000" b="1" i="0" u="none" strike="noStrike">
              <a:solidFill>
                <a:srgbClr val="F3F4F6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197" name="文本框 196"/>
          <p:cNvSpPr txBox="1"/>
          <p:nvPr/>
        </p:nvSpPr>
        <p:spPr>
          <a:xfrm>
            <a:off x="457200" y="5384800"/>
            <a:ext cx="2203450" cy="1784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p>
            <a:r>
              <a:rPr lang="zh-CN" b="0" i="0" u="none" strike="noStrike">
                <a:solidFill>
                  <a:srgbClr val="9CA3A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简洁直观，专注编码效率</a:t>
            </a:r>
            <a:endParaRPr lang="zh-CN" b="0" i="0" u="none" strike="noStrike">
              <a:solidFill>
                <a:srgbClr val="9CA3AF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pic>
        <p:nvPicPr>
          <p:cNvPr id="2" name="图片 1" descr="ec5087ab60783713930550a961c3926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465" y="1319530"/>
            <a:ext cx="5975985" cy="4085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任意多边形 1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199" name="任意多边形 19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00" name="图片 199"/>
          <p:cNvPicPr/>
          <p:nvPr/>
        </p:nvPicPr>
        <p:blipFill>
          <a:blip r:embed="rId1"/>
          <a:stretch>
            <a:fillRect/>
          </a:stretch>
        </p:blipFill>
        <p:spPr>
          <a:xfrm>
            <a:off x="6095880" y="0"/>
            <a:ext cx="6095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1" name="任意多边形 200"/>
          <p:cNvSpPr/>
          <p:nvPr/>
        </p:nvSpPr>
        <p:spPr>
          <a:xfrm>
            <a:off x="456840" y="923760"/>
            <a:ext cx="762480" cy="38520"/>
          </a:xfrm>
          <a:custGeom>
            <a:avLst/>
            <a:gdLst/>
            <a:ahLst/>
            <a:cxnLst/>
            <a:rect l="0" t="0" r="r" b="b"/>
            <a:pathLst>
              <a:path w="2118" h="107">
                <a:moveTo>
                  <a:pt x="0" y="54"/>
                </a:moveTo>
                <a:cubicBezTo>
                  <a:pt x="0" y="47"/>
                  <a:pt x="2" y="40"/>
                  <a:pt x="5" y="34"/>
                </a:cubicBezTo>
                <a:cubicBezTo>
                  <a:pt x="7" y="27"/>
                  <a:pt x="11" y="21"/>
                  <a:pt x="16" y="16"/>
                </a:cubicBezTo>
                <a:cubicBezTo>
                  <a:pt x="21" y="11"/>
                  <a:pt x="27" y="8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2065" y="0"/>
                </a:lnTo>
                <a:cubicBezTo>
                  <a:pt x="2072" y="0"/>
                  <a:pt x="2079" y="1"/>
                  <a:pt x="2085" y="4"/>
                </a:cubicBezTo>
                <a:cubicBezTo>
                  <a:pt x="2092" y="8"/>
                  <a:pt x="2098" y="11"/>
                  <a:pt x="2103" y="16"/>
                </a:cubicBezTo>
                <a:cubicBezTo>
                  <a:pt x="2108" y="21"/>
                  <a:pt x="2111" y="27"/>
                  <a:pt x="2114" y="34"/>
                </a:cubicBezTo>
                <a:cubicBezTo>
                  <a:pt x="2117" y="40"/>
                  <a:pt x="2118" y="47"/>
                  <a:pt x="2118" y="54"/>
                </a:cubicBezTo>
                <a:cubicBezTo>
                  <a:pt x="2118" y="61"/>
                  <a:pt x="2117" y="68"/>
                  <a:pt x="2114" y="74"/>
                </a:cubicBezTo>
                <a:cubicBezTo>
                  <a:pt x="2111" y="81"/>
                  <a:pt x="2108" y="86"/>
                  <a:pt x="2103" y="91"/>
                </a:cubicBezTo>
                <a:cubicBezTo>
                  <a:pt x="2098" y="96"/>
                  <a:pt x="2092" y="100"/>
                  <a:pt x="2085" y="103"/>
                </a:cubicBezTo>
                <a:cubicBezTo>
                  <a:pt x="2079" y="105"/>
                  <a:pt x="2072" y="107"/>
                  <a:pt x="2065" y="107"/>
                </a:cubicBezTo>
                <a:lnTo>
                  <a:pt x="53" y="107"/>
                </a:lnTo>
                <a:cubicBezTo>
                  <a:pt x="46" y="107"/>
                  <a:pt x="40" y="105"/>
                  <a:pt x="33" y="103"/>
                </a:cubicBezTo>
                <a:cubicBezTo>
                  <a:pt x="27" y="100"/>
                  <a:pt x="21" y="96"/>
                  <a:pt x="16" y="91"/>
                </a:cubicBezTo>
                <a:cubicBezTo>
                  <a:pt x="11" y="86"/>
                  <a:pt x="7" y="81"/>
                  <a:pt x="5" y="74"/>
                </a:cubicBezTo>
                <a:cubicBezTo>
                  <a:pt x="2" y="68"/>
                  <a:pt x="0" y="61"/>
                  <a:pt x="0" y="54"/>
                </a:cubicBez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2" name="任意多边形 201"/>
          <p:cNvSpPr/>
          <p:nvPr/>
        </p:nvSpPr>
        <p:spPr>
          <a:xfrm>
            <a:off x="456840" y="504720"/>
            <a:ext cx="300600" cy="343080"/>
          </a:xfrm>
          <a:custGeom>
            <a:avLst/>
            <a:gdLst/>
            <a:ahLst/>
            <a:cxnLst/>
            <a:rect l="0" t="0" r="r" b="b"/>
            <a:pathLst>
              <a:path w="835" h="953">
                <a:moveTo>
                  <a:pt x="60" y="0"/>
                </a:moveTo>
                <a:cubicBezTo>
                  <a:pt x="93" y="0"/>
                  <a:pt x="120" y="27"/>
                  <a:pt x="120" y="60"/>
                </a:cubicBezTo>
                <a:lnTo>
                  <a:pt x="120" y="90"/>
                </a:lnTo>
                <a:lnTo>
                  <a:pt x="248" y="58"/>
                </a:lnTo>
                <a:cubicBezTo>
                  <a:pt x="319" y="40"/>
                  <a:pt x="394" y="49"/>
                  <a:pt x="459" y="81"/>
                </a:cubicBezTo>
                <a:cubicBezTo>
                  <a:pt x="545" y="125"/>
                  <a:pt x="647" y="125"/>
                  <a:pt x="733" y="81"/>
                </a:cubicBezTo>
                <a:lnTo>
                  <a:pt x="751" y="72"/>
                </a:lnTo>
                <a:cubicBezTo>
                  <a:pt x="789" y="53"/>
                  <a:pt x="835" y="81"/>
                  <a:pt x="835" y="124"/>
                </a:cubicBezTo>
                <a:lnTo>
                  <a:pt x="835" y="644"/>
                </a:lnTo>
                <a:cubicBezTo>
                  <a:pt x="835" y="669"/>
                  <a:pt x="819" y="691"/>
                  <a:pt x="795" y="700"/>
                </a:cubicBezTo>
                <a:lnTo>
                  <a:pt x="731" y="724"/>
                </a:lnTo>
                <a:cubicBezTo>
                  <a:pt x="645" y="756"/>
                  <a:pt x="549" y="751"/>
                  <a:pt x="467" y="710"/>
                </a:cubicBezTo>
                <a:cubicBezTo>
                  <a:pt x="397" y="675"/>
                  <a:pt x="316" y="666"/>
                  <a:pt x="239" y="685"/>
                </a:cubicBezTo>
                <a:lnTo>
                  <a:pt x="120" y="715"/>
                </a:lnTo>
                <a:lnTo>
                  <a:pt x="120" y="894"/>
                </a:lnTo>
                <a:cubicBezTo>
                  <a:pt x="120" y="927"/>
                  <a:pt x="93" y="953"/>
                  <a:pt x="60" y="953"/>
                </a:cubicBezTo>
                <a:cubicBezTo>
                  <a:pt x="27" y="953"/>
                  <a:pt x="0" y="927"/>
                  <a:pt x="0" y="894"/>
                </a:cubicBezTo>
                <a:lnTo>
                  <a:pt x="0" y="745"/>
                </a:lnTo>
                <a:lnTo>
                  <a:pt x="0" y="622"/>
                </a:lnTo>
                <a:lnTo>
                  <a:pt x="0" y="120"/>
                </a:lnTo>
                <a:lnTo>
                  <a:pt x="0" y="60"/>
                </a:lnTo>
                <a:cubicBezTo>
                  <a:pt x="0" y="27"/>
                  <a:pt x="27" y="0"/>
                  <a:pt x="60" y="0"/>
                </a:cubicBezTo>
                <a:moveTo>
                  <a:pt x="120" y="349"/>
                </a:moveTo>
                <a:lnTo>
                  <a:pt x="239" y="323"/>
                </a:lnTo>
                <a:lnTo>
                  <a:pt x="239" y="445"/>
                </a:lnTo>
                <a:lnTo>
                  <a:pt x="120" y="471"/>
                </a:lnTo>
                <a:lnTo>
                  <a:pt x="120" y="592"/>
                </a:lnTo>
                <a:lnTo>
                  <a:pt x="210" y="570"/>
                </a:lnTo>
                <a:cubicBezTo>
                  <a:pt x="220" y="567"/>
                  <a:pt x="229" y="565"/>
                  <a:pt x="239" y="564"/>
                </a:cubicBezTo>
                <a:lnTo>
                  <a:pt x="239" y="445"/>
                </a:lnTo>
                <a:lnTo>
                  <a:pt x="311" y="429"/>
                </a:lnTo>
                <a:cubicBezTo>
                  <a:pt x="326" y="426"/>
                  <a:pt x="342" y="424"/>
                  <a:pt x="358" y="425"/>
                </a:cubicBezTo>
                <a:lnTo>
                  <a:pt x="358" y="306"/>
                </a:lnTo>
                <a:cubicBezTo>
                  <a:pt x="383" y="307"/>
                  <a:pt x="408" y="311"/>
                  <a:pt x="433" y="318"/>
                </a:cubicBezTo>
                <a:lnTo>
                  <a:pt x="477" y="331"/>
                </a:lnTo>
                <a:lnTo>
                  <a:pt x="477" y="455"/>
                </a:lnTo>
                <a:lnTo>
                  <a:pt x="399" y="432"/>
                </a:lnTo>
                <a:cubicBezTo>
                  <a:pt x="386" y="428"/>
                  <a:pt x="372" y="426"/>
                  <a:pt x="358" y="425"/>
                </a:cubicBezTo>
                <a:lnTo>
                  <a:pt x="358" y="558"/>
                </a:lnTo>
                <a:cubicBezTo>
                  <a:pt x="398" y="561"/>
                  <a:pt x="438" y="570"/>
                  <a:pt x="477" y="585"/>
                </a:cubicBezTo>
                <a:lnTo>
                  <a:pt x="477" y="455"/>
                </a:lnTo>
                <a:lnTo>
                  <a:pt x="519" y="467"/>
                </a:lnTo>
                <a:cubicBezTo>
                  <a:pt x="544" y="475"/>
                  <a:pt x="570" y="479"/>
                  <a:pt x="596" y="481"/>
                </a:cubicBezTo>
                <a:lnTo>
                  <a:pt x="596" y="362"/>
                </a:lnTo>
                <a:cubicBezTo>
                  <a:pt x="581" y="360"/>
                  <a:pt x="567" y="357"/>
                  <a:pt x="553" y="353"/>
                </a:cubicBezTo>
                <a:lnTo>
                  <a:pt x="477" y="331"/>
                </a:lnTo>
                <a:lnTo>
                  <a:pt x="477" y="215"/>
                </a:lnTo>
                <a:cubicBezTo>
                  <a:pt x="453" y="208"/>
                  <a:pt x="429" y="199"/>
                  <a:pt x="406" y="188"/>
                </a:cubicBezTo>
                <a:cubicBezTo>
                  <a:pt x="390" y="180"/>
                  <a:pt x="374" y="175"/>
                  <a:pt x="358" y="171"/>
                </a:cubicBezTo>
                <a:lnTo>
                  <a:pt x="358" y="306"/>
                </a:lnTo>
                <a:cubicBezTo>
                  <a:pt x="334" y="305"/>
                  <a:pt x="309" y="307"/>
                  <a:pt x="286" y="313"/>
                </a:cubicBezTo>
                <a:lnTo>
                  <a:pt x="239" y="323"/>
                </a:lnTo>
                <a:lnTo>
                  <a:pt x="239" y="183"/>
                </a:lnTo>
                <a:lnTo>
                  <a:pt x="120" y="213"/>
                </a:lnTo>
                <a:lnTo>
                  <a:pt x="120" y="349"/>
                </a:lnTo>
                <a:moveTo>
                  <a:pt x="596" y="625"/>
                </a:moveTo>
                <a:cubicBezTo>
                  <a:pt x="627" y="628"/>
                  <a:pt x="659" y="624"/>
                  <a:pt x="689" y="613"/>
                </a:cubicBezTo>
                <a:lnTo>
                  <a:pt x="715" y="603"/>
                </a:lnTo>
                <a:lnTo>
                  <a:pt x="715" y="470"/>
                </a:lnTo>
                <a:lnTo>
                  <a:pt x="700" y="473"/>
                </a:lnTo>
                <a:cubicBezTo>
                  <a:pt x="666" y="481"/>
                  <a:pt x="631" y="484"/>
                  <a:pt x="596" y="481"/>
                </a:cubicBezTo>
                <a:lnTo>
                  <a:pt x="596" y="625"/>
                </a:lnTo>
                <a:moveTo>
                  <a:pt x="715" y="347"/>
                </a:moveTo>
                <a:lnTo>
                  <a:pt x="715" y="216"/>
                </a:lnTo>
                <a:cubicBezTo>
                  <a:pt x="676" y="227"/>
                  <a:pt x="636" y="233"/>
                  <a:pt x="596" y="233"/>
                </a:cubicBezTo>
                <a:lnTo>
                  <a:pt x="596" y="362"/>
                </a:lnTo>
                <a:cubicBezTo>
                  <a:pt x="622" y="364"/>
                  <a:pt x="648" y="363"/>
                  <a:pt x="673" y="357"/>
                </a:cubicBezTo>
                <a:lnTo>
                  <a:pt x="715" y="347"/>
                </a:lnTo>
                <a:close/>
              </a:path>
            </a:pathLst>
          </a:custGeom>
          <a:solidFill>
            <a:srgbClr val="636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871560" y="482040"/>
            <a:ext cx="154584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6. 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总结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与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展</a:t>
            </a:r>
            <a:r>
              <a:rPr lang="zh-CN" sz="2700" b="1" i="0" u="none" strike="noStrike">
                <a:solidFill>
                  <a:srgbClr val="FFFFF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望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4" name="任意多边形 203"/>
          <p:cNvSpPr/>
          <p:nvPr/>
        </p:nvSpPr>
        <p:spPr>
          <a:xfrm>
            <a:off x="609480" y="3000240"/>
            <a:ext cx="171720" cy="171720"/>
          </a:xfrm>
          <a:custGeom>
            <a:avLst/>
            <a:gdLst/>
            <a:ahLst/>
            <a:cxnLst/>
            <a:rect l="0" t="0" r="r" b="b"/>
            <a:pathLst>
              <a:path w="477" h="477">
                <a:moveTo>
                  <a:pt x="238" y="477"/>
                </a:moveTo>
                <a:cubicBezTo>
                  <a:pt x="254" y="477"/>
                  <a:pt x="269" y="476"/>
                  <a:pt x="284" y="473"/>
                </a:cubicBezTo>
                <a:cubicBezTo>
                  <a:pt x="300" y="468"/>
                  <a:pt x="315" y="464"/>
                  <a:pt x="329" y="458"/>
                </a:cubicBezTo>
                <a:cubicBezTo>
                  <a:pt x="344" y="452"/>
                  <a:pt x="357" y="445"/>
                  <a:pt x="370" y="436"/>
                </a:cubicBezTo>
                <a:cubicBezTo>
                  <a:pt x="383" y="427"/>
                  <a:pt x="395" y="417"/>
                  <a:pt x="406" y="406"/>
                </a:cubicBezTo>
                <a:cubicBezTo>
                  <a:pt x="417" y="395"/>
                  <a:pt x="427" y="383"/>
                  <a:pt x="436" y="370"/>
                </a:cubicBezTo>
                <a:cubicBezTo>
                  <a:pt x="445" y="357"/>
                  <a:pt x="453" y="344"/>
                  <a:pt x="459" y="329"/>
                </a:cubicBezTo>
                <a:cubicBezTo>
                  <a:pt x="465" y="315"/>
                  <a:pt x="469" y="300"/>
                  <a:pt x="473" y="284"/>
                </a:cubicBezTo>
                <a:cubicBezTo>
                  <a:pt x="476" y="269"/>
                  <a:pt x="477" y="254"/>
                  <a:pt x="477" y="238"/>
                </a:cubicBezTo>
                <a:cubicBezTo>
                  <a:pt x="477" y="222"/>
                  <a:pt x="476" y="207"/>
                  <a:pt x="473" y="192"/>
                </a:cubicBezTo>
                <a:cubicBezTo>
                  <a:pt x="469" y="176"/>
                  <a:pt x="465" y="161"/>
                  <a:pt x="459" y="147"/>
                </a:cubicBezTo>
                <a:cubicBezTo>
                  <a:pt x="453" y="132"/>
                  <a:pt x="445" y="119"/>
                  <a:pt x="436" y="106"/>
                </a:cubicBezTo>
                <a:cubicBezTo>
                  <a:pt x="427" y="93"/>
                  <a:pt x="417" y="81"/>
                  <a:pt x="406" y="70"/>
                </a:cubicBezTo>
                <a:cubicBezTo>
                  <a:pt x="395" y="59"/>
                  <a:pt x="383" y="49"/>
                  <a:pt x="370" y="40"/>
                </a:cubicBezTo>
                <a:cubicBezTo>
                  <a:pt x="357" y="31"/>
                  <a:pt x="344" y="24"/>
                  <a:pt x="329" y="18"/>
                </a:cubicBezTo>
                <a:cubicBezTo>
                  <a:pt x="315" y="12"/>
                  <a:pt x="300" y="8"/>
                  <a:pt x="284" y="4"/>
                </a:cubicBezTo>
                <a:cubicBezTo>
                  <a:pt x="269" y="1"/>
                  <a:pt x="254" y="0"/>
                  <a:pt x="238" y="0"/>
                </a:cubicBezTo>
                <a:cubicBezTo>
                  <a:pt x="222" y="0"/>
                  <a:pt x="207" y="1"/>
                  <a:pt x="192" y="4"/>
                </a:cubicBezTo>
                <a:cubicBezTo>
                  <a:pt x="176" y="8"/>
                  <a:pt x="161" y="12"/>
                  <a:pt x="147" y="18"/>
                </a:cubicBezTo>
                <a:cubicBezTo>
                  <a:pt x="132" y="24"/>
                  <a:pt x="119" y="31"/>
                  <a:pt x="106" y="40"/>
                </a:cubicBezTo>
                <a:cubicBezTo>
                  <a:pt x="93" y="49"/>
                  <a:pt x="81" y="59"/>
                  <a:pt x="70" y="70"/>
                </a:cubicBezTo>
                <a:cubicBezTo>
                  <a:pt x="59" y="81"/>
                  <a:pt x="49" y="93"/>
                  <a:pt x="40" y="106"/>
                </a:cubicBezTo>
                <a:cubicBezTo>
                  <a:pt x="31" y="119"/>
                  <a:pt x="24" y="132"/>
                  <a:pt x="18" y="147"/>
                </a:cubicBezTo>
                <a:cubicBezTo>
                  <a:pt x="12" y="161"/>
                  <a:pt x="7" y="176"/>
                  <a:pt x="4" y="192"/>
                </a:cubicBezTo>
                <a:cubicBezTo>
                  <a:pt x="1" y="207"/>
                  <a:pt x="0" y="222"/>
                  <a:pt x="0" y="238"/>
                </a:cubicBezTo>
                <a:cubicBezTo>
                  <a:pt x="0" y="254"/>
                  <a:pt x="1" y="269"/>
                  <a:pt x="4" y="284"/>
                </a:cubicBezTo>
                <a:cubicBezTo>
                  <a:pt x="7" y="300"/>
                  <a:pt x="12" y="315"/>
                  <a:pt x="18" y="329"/>
                </a:cubicBezTo>
                <a:cubicBezTo>
                  <a:pt x="24" y="344"/>
                  <a:pt x="31" y="357"/>
                  <a:pt x="40" y="370"/>
                </a:cubicBezTo>
                <a:cubicBezTo>
                  <a:pt x="49" y="383"/>
                  <a:pt x="59" y="395"/>
                  <a:pt x="70" y="406"/>
                </a:cubicBezTo>
                <a:cubicBezTo>
                  <a:pt x="81" y="417"/>
                  <a:pt x="93" y="427"/>
                  <a:pt x="106" y="436"/>
                </a:cubicBezTo>
                <a:cubicBezTo>
                  <a:pt x="119" y="445"/>
                  <a:pt x="132" y="452"/>
                  <a:pt x="147" y="458"/>
                </a:cubicBezTo>
                <a:cubicBezTo>
                  <a:pt x="161" y="464"/>
                  <a:pt x="176" y="468"/>
                  <a:pt x="192" y="473"/>
                </a:cubicBezTo>
                <a:cubicBezTo>
                  <a:pt x="207" y="476"/>
                  <a:pt x="222" y="477"/>
                  <a:pt x="238" y="477"/>
                </a:cubicBezTo>
                <a:moveTo>
                  <a:pt x="343" y="194"/>
                </a:moveTo>
                <a:lnTo>
                  <a:pt x="224" y="313"/>
                </a:lnTo>
                <a:cubicBezTo>
                  <a:pt x="215" y="322"/>
                  <a:pt x="201" y="322"/>
                  <a:pt x="192" y="313"/>
                </a:cubicBezTo>
                <a:lnTo>
                  <a:pt x="133" y="254"/>
                </a:lnTo>
                <a:cubicBezTo>
                  <a:pt x="124" y="245"/>
                  <a:pt x="124" y="231"/>
                  <a:pt x="133" y="222"/>
                </a:cubicBezTo>
                <a:cubicBezTo>
                  <a:pt x="142" y="214"/>
                  <a:pt x="156" y="214"/>
                  <a:pt x="164" y="222"/>
                </a:cubicBezTo>
                <a:lnTo>
                  <a:pt x="208" y="266"/>
                </a:lnTo>
                <a:lnTo>
                  <a:pt x="311" y="163"/>
                </a:lnTo>
                <a:cubicBezTo>
                  <a:pt x="320" y="154"/>
                  <a:pt x="334" y="154"/>
                  <a:pt x="343" y="163"/>
                </a:cubicBezTo>
                <a:cubicBezTo>
                  <a:pt x="352" y="171"/>
                  <a:pt x="352" y="186"/>
                  <a:pt x="343" y="194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457200" y="2464560"/>
            <a:ext cx="1018540" cy="307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00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项目</a:t>
            </a:r>
            <a:r>
              <a:rPr lang="zh-CN" sz="2000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成果</a:t>
            </a:r>
            <a:endParaRPr lang="zh-CN" sz="2000" b="1" i="0" u="none" strike="noStrike">
              <a:solidFill>
                <a:srgbClr val="F3F4F6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6" name="任意多边形 205"/>
          <p:cNvSpPr/>
          <p:nvPr/>
        </p:nvSpPr>
        <p:spPr>
          <a:xfrm>
            <a:off x="609480" y="3485880"/>
            <a:ext cx="171720" cy="171720"/>
          </a:xfrm>
          <a:custGeom>
            <a:avLst/>
            <a:gdLst/>
            <a:ahLst/>
            <a:cxnLst/>
            <a:rect l="0" t="0" r="r" b="b"/>
            <a:pathLst>
              <a:path w="477" h="477">
                <a:moveTo>
                  <a:pt x="238" y="477"/>
                </a:moveTo>
                <a:cubicBezTo>
                  <a:pt x="254" y="477"/>
                  <a:pt x="269" y="476"/>
                  <a:pt x="284" y="473"/>
                </a:cubicBezTo>
                <a:cubicBezTo>
                  <a:pt x="300" y="470"/>
                  <a:pt x="315" y="465"/>
                  <a:pt x="329" y="459"/>
                </a:cubicBezTo>
                <a:cubicBezTo>
                  <a:pt x="344" y="453"/>
                  <a:pt x="357" y="446"/>
                  <a:pt x="370" y="437"/>
                </a:cubicBezTo>
                <a:cubicBezTo>
                  <a:pt x="383" y="429"/>
                  <a:pt x="395" y="419"/>
                  <a:pt x="406" y="408"/>
                </a:cubicBezTo>
                <a:cubicBezTo>
                  <a:pt x="417" y="397"/>
                  <a:pt x="427" y="385"/>
                  <a:pt x="436" y="372"/>
                </a:cubicBezTo>
                <a:cubicBezTo>
                  <a:pt x="445" y="359"/>
                  <a:pt x="453" y="345"/>
                  <a:pt x="459" y="331"/>
                </a:cubicBezTo>
                <a:cubicBezTo>
                  <a:pt x="465" y="316"/>
                  <a:pt x="469" y="301"/>
                  <a:pt x="473" y="286"/>
                </a:cubicBezTo>
                <a:cubicBezTo>
                  <a:pt x="476" y="270"/>
                  <a:pt x="477" y="255"/>
                  <a:pt x="477" y="239"/>
                </a:cubicBezTo>
                <a:cubicBezTo>
                  <a:pt x="477" y="224"/>
                  <a:pt x="476" y="208"/>
                  <a:pt x="473" y="193"/>
                </a:cubicBezTo>
                <a:cubicBezTo>
                  <a:pt x="469" y="178"/>
                  <a:pt x="465" y="163"/>
                  <a:pt x="459" y="148"/>
                </a:cubicBezTo>
                <a:cubicBezTo>
                  <a:pt x="453" y="134"/>
                  <a:pt x="445" y="120"/>
                  <a:pt x="436" y="107"/>
                </a:cubicBezTo>
                <a:cubicBezTo>
                  <a:pt x="427" y="94"/>
                  <a:pt x="417" y="82"/>
                  <a:pt x="406" y="70"/>
                </a:cubicBezTo>
                <a:cubicBezTo>
                  <a:pt x="395" y="59"/>
                  <a:pt x="383" y="49"/>
                  <a:pt x="370" y="40"/>
                </a:cubicBezTo>
                <a:cubicBezTo>
                  <a:pt x="357" y="32"/>
                  <a:pt x="344" y="24"/>
                  <a:pt x="329" y="18"/>
                </a:cubicBezTo>
                <a:cubicBezTo>
                  <a:pt x="315" y="12"/>
                  <a:pt x="300" y="8"/>
                  <a:pt x="284" y="5"/>
                </a:cubicBezTo>
                <a:cubicBezTo>
                  <a:pt x="269" y="2"/>
                  <a:pt x="254" y="0"/>
                  <a:pt x="238" y="0"/>
                </a:cubicBezTo>
                <a:cubicBezTo>
                  <a:pt x="222" y="0"/>
                  <a:pt x="207" y="2"/>
                  <a:pt x="192" y="5"/>
                </a:cubicBezTo>
                <a:cubicBezTo>
                  <a:pt x="176" y="8"/>
                  <a:pt x="161" y="12"/>
                  <a:pt x="147" y="18"/>
                </a:cubicBezTo>
                <a:cubicBezTo>
                  <a:pt x="132" y="24"/>
                  <a:pt x="119" y="32"/>
                  <a:pt x="106" y="40"/>
                </a:cubicBezTo>
                <a:cubicBezTo>
                  <a:pt x="93" y="49"/>
                  <a:pt x="81" y="59"/>
                  <a:pt x="70" y="70"/>
                </a:cubicBezTo>
                <a:cubicBezTo>
                  <a:pt x="59" y="82"/>
                  <a:pt x="49" y="94"/>
                  <a:pt x="40" y="107"/>
                </a:cubicBezTo>
                <a:cubicBezTo>
                  <a:pt x="31" y="120"/>
                  <a:pt x="24" y="134"/>
                  <a:pt x="18" y="148"/>
                </a:cubicBezTo>
                <a:cubicBezTo>
                  <a:pt x="12" y="163"/>
                  <a:pt x="7" y="178"/>
                  <a:pt x="4" y="193"/>
                </a:cubicBezTo>
                <a:cubicBezTo>
                  <a:pt x="1" y="208"/>
                  <a:pt x="0" y="224"/>
                  <a:pt x="0" y="239"/>
                </a:cubicBezTo>
                <a:cubicBezTo>
                  <a:pt x="0" y="255"/>
                  <a:pt x="1" y="270"/>
                  <a:pt x="4" y="286"/>
                </a:cubicBezTo>
                <a:cubicBezTo>
                  <a:pt x="7" y="301"/>
                  <a:pt x="12" y="316"/>
                  <a:pt x="18" y="331"/>
                </a:cubicBezTo>
                <a:cubicBezTo>
                  <a:pt x="24" y="345"/>
                  <a:pt x="31" y="359"/>
                  <a:pt x="40" y="372"/>
                </a:cubicBezTo>
                <a:cubicBezTo>
                  <a:pt x="49" y="385"/>
                  <a:pt x="59" y="397"/>
                  <a:pt x="70" y="408"/>
                </a:cubicBezTo>
                <a:cubicBezTo>
                  <a:pt x="81" y="419"/>
                  <a:pt x="93" y="429"/>
                  <a:pt x="106" y="437"/>
                </a:cubicBezTo>
                <a:cubicBezTo>
                  <a:pt x="119" y="446"/>
                  <a:pt x="132" y="453"/>
                  <a:pt x="147" y="459"/>
                </a:cubicBezTo>
                <a:cubicBezTo>
                  <a:pt x="161" y="465"/>
                  <a:pt x="176" y="470"/>
                  <a:pt x="192" y="473"/>
                </a:cubicBezTo>
                <a:cubicBezTo>
                  <a:pt x="207" y="476"/>
                  <a:pt x="222" y="477"/>
                  <a:pt x="238" y="477"/>
                </a:cubicBezTo>
                <a:moveTo>
                  <a:pt x="343" y="196"/>
                </a:moveTo>
                <a:lnTo>
                  <a:pt x="224" y="315"/>
                </a:lnTo>
                <a:cubicBezTo>
                  <a:pt x="215" y="323"/>
                  <a:pt x="201" y="323"/>
                  <a:pt x="192" y="315"/>
                </a:cubicBezTo>
                <a:lnTo>
                  <a:pt x="133" y="255"/>
                </a:lnTo>
                <a:cubicBezTo>
                  <a:pt x="124" y="246"/>
                  <a:pt x="124" y="232"/>
                  <a:pt x="133" y="224"/>
                </a:cubicBezTo>
                <a:cubicBezTo>
                  <a:pt x="142" y="215"/>
                  <a:pt x="156" y="215"/>
                  <a:pt x="164" y="224"/>
                </a:cubicBezTo>
                <a:lnTo>
                  <a:pt x="208" y="267"/>
                </a:lnTo>
                <a:lnTo>
                  <a:pt x="311" y="164"/>
                </a:lnTo>
                <a:cubicBezTo>
                  <a:pt x="320" y="155"/>
                  <a:pt x="334" y="155"/>
                  <a:pt x="343" y="164"/>
                </a:cubicBezTo>
                <a:cubicBezTo>
                  <a:pt x="352" y="173"/>
                  <a:pt x="352" y="187"/>
                  <a:pt x="343" y="196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895320" y="2936520"/>
            <a:ext cx="2853055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完成轻量级</a:t>
            </a:r>
            <a:r>
              <a:rPr lang="en-US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IDE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核心功能开发</a:t>
            </a:r>
            <a:endParaRPr lang="zh-CN" b="0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08" name="任意多边形 207"/>
          <p:cNvSpPr/>
          <p:nvPr/>
        </p:nvSpPr>
        <p:spPr>
          <a:xfrm>
            <a:off x="609480" y="3981240"/>
            <a:ext cx="171720" cy="171720"/>
          </a:xfrm>
          <a:custGeom>
            <a:avLst/>
            <a:gdLst/>
            <a:ahLst/>
            <a:cxnLst/>
            <a:rect l="0" t="0" r="r" b="b"/>
            <a:pathLst>
              <a:path w="477" h="477">
                <a:moveTo>
                  <a:pt x="238" y="477"/>
                </a:moveTo>
                <a:cubicBezTo>
                  <a:pt x="254" y="477"/>
                  <a:pt x="269" y="476"/>
                  <a:pt x="284" y="473"/>
                </a:cubicBezTo>
                <a:cubicBezTo>
                  <a:pt x="300" y="470"/>
                  <a:pt x="315" y="465"/>
                  <a:pt x="329" y="459"/>
                </a:cubicBezTo>
                <a:cubicBezTo>
                  <a:pt x="344" y="453"/>
                  <a:pt x="357" y="446"/>
                  <a:pt x="370" y="437"/>
                </a:cubicBezTo>
                <a:cubicBezTo>
                  <a:pt x="383" y="429"/>
                  <a:pt x="395" y="419"/>
                  <a:pt x="406" y="408"/>
                </a:cubicBezTo>
                <a:cubicBezTo>
                  <a:pt x="417" y="397"/>
                  <a:pt x="427" y="385"/>
                  <a:pt x="436" y="372"/>
                </a:cubicBezTo>
                <a:cubicBezTo>
                  <a:pt x="445" y="359"/>
                  <a:pt x="453" y="345"/>
                  <a:pt x="459" y="330"/>
                </a:cubicBezTo>
                <a:cubicBezTo>
                  <a:pt x="465" y="316"/>
                  <a:pt x="469" y="301"/>
                  <a:pt x="473" y="286"/>
                </a:cubicBezTo>
                <a:cubicBezTo>
                  <a:pt x="476" y="270"/>
                  <a:pt x="477" y="255"/>
                  <a:pt x="477" y="239"/>
                </a:cubicBezTo>
                <a:cubicBezTo>
                  <a:pt x="477" y="224"/>
                  <a:pt x="476" y="208"/>
                  <a:pt x="473" y="193"/>
                </a:cubicBezTo>
                <a:cubicBezTo>
                  <a:pt x="469" y="177"/>
                  <a:pt x="465" y="163"/>
                  <a:pt x="459" y="148"/>
                </a:cubicBezTo>
                <a:cubicBezTo>
                  <a:pt x="453" y="134"/>
                  <a:pt x="445" y="119"/>
                  <a:pt x="436" y="106"/>
                </a:cubicBezTo>
                <a:cubicBezTo>
                  <a:pt x="427" y="93"/>
                  <a:pt x="417" y="81"/>
                  <a:pt x="406" y="70"/>
                </a:cubicBezTo>
                <a:cubicBezTo>
                  <a:pt x="395" y="59"/>
                  <a:pt x="383" y="49"/>
                  <a:pt x="370" y="40"/>
                </a:cubicBezTo>
                <a:cubicBezTo>
                  <a:pt x="357" y="32"/>
                  <a:pt x="344" y="24"/>
                  <a:pt x="329" y="18"/>
                </a:cubicBezTo>
                <a:cubicBezTo>
                  <a:pt x="315" y="12"/>
                  <a:pt x="300" y="8"/>
                  <a:pt x="284" y="5"/>
                </a:cubicBezTo>
                <a:cubicBezTo>
                  <a:pt x="269" y="2"/>
                  <a:pt x="254" y="0"/>
                  <a:pt x="238" y="0"/>
                </a:cubicBezTo>
                <a:cubicBezTo>
                  <a:pt x="222" y="0"/>
                  <a:pt x="207" y="2"/>
                  <a:pt x="192" y="5"/>
                </a:cubicBezTo>
                <a:cubicBezTo>
                  <a:pt x="176" y="8"/>
                  <a:pt x="161" y="12"/>
                  <a:pt x="147" y="18"/>
                </a:cubicBezTo>
                <a:cubicBezTo>
                  <a:pt x="132" y="24"/>
                  <a:pt x="119" y="32"/>
                  <a:pt x="106" y="40"/>
                </a:cubicBezTo>
                <a:cubicBezTo>
                  <a:pt x="93" y="49"/>
                  <a:pt x="81" y="59"/>
                  <a:pt x="70" y="70"/>
                </a:cubicBezTo>
                <a:cubicBezTo>
                  <a:pt x="59" y="81"/>
                  <a:pt x="49" y="93"/>
                  <a:pt x="40" y="106"/>
                </a:cubicBezTo>
                <a:cubicBezTo>
                  <a:pt x="31" y="119"/>
                  <a:pt x="24" y="134"/>
                  <a:pt x="18" y="148"/>
                </a:cubicBezTo>
                <a:cubicBezTo>
                  <a:pt x="12" y="163"/>
                  <a:pt x="7" y="177"/>
                  <a:pt x="4" y="193"/>
                </a:cubicBezTo>
                <a:cubicBezTo>
                  <a:pt x="1" y="208"/>
                  <a:pt x="0" y="224"/>
                  <a:pt x="0" y="239"/>
                </a:cubicBezTo>
                <a:cubicBezTo>
                  <a:pt x="0" y="255"/>
                  <a:pt x="1" y="270"/>
                  <a:pt x="4" y="286"/>
                </a:cubicBezTo>
                <a:cubicBezTo>
                  <a:pt x="7" y="301"/>
                  <a:pt x="12" y="316"/>
                  <a:pt x="18" y="330"/>
                </a:cubicBezTo>
                <a:cubicBezTo>
                  <a:pt x="24" y="345"/>
                  <a:pt x="31" y="359"/>
                  <a:pt x="40" y="372"/>
                </a:cubicBezTo>
                <a:cubicBezTo>
                  <a:pt x="49" y="385"/>
                  <a:pt x="59" y="397"/>
                  <a:pt x="70" y="408"/>
                </a:cubicBezTo>
                <a:cubicBezTo>
                  <a:pt x="81" y="419"/>
                  <a:pt x="93" y="429"/>
                  <a:pt x="106" y="437"/>
                </a:cubicBezTo>
                <a:cubicBezTo>
                  <a:pt x="119" y="446"/>
                  <a:pt x="132" y="453"/>
                  <a:pt x="147" y="459"/>
                </a:cubicBezTo>
                <a:cubicBezTo>
                  <a:pt x="161" y="465"/>
                  <a:pt x="176" y="470"/>
                  <a:pt x="192" y="473"/>
                </a:cubicBezTo>
                <a:cubicBezTo>
                  <a:pt x="207" y="476"/>
                  <a:pt x="222" y="477"/>
                  <a:pt x="238" y="477"/>
                </a:cubicBezTo>
                <a:moveTo>
                  <a:pt x="343" y="195"/>
                </a:moveTo>
                <a:lnTo>
                  <a:pt x="224" y="315"/>
                </a:lnTo>
                <a:cubicBezTo>
                  <a:pt x="215" y="323"/>
                  <a:pt x="201" y="323"/>
                  <a:pt x="192" y="315"/>
                </a:cubicBezTo>
                <a:lnTo>
                  <a:pt x="133" y="255"/>
                </a:lnTo>
                <a:cubicBezTo>
                  <a:pt x="124" y="246"/>
                  <a:pt x="124" y="232"/>
                  <a:pt x="133" y="223"/>
                </a:cubicBezTo>
                <a:cubicBezTo>
                  <a:pt x="142" y="215"/>
                  <a:pt x="156" y="215"/>
                  <a:pt x="164" y="223"/>
                </a:cubicBezTo>
                <a:lnTo>
                  <a:pt x="208" y="267"/>
                </a:lnTo>
                <a:lnTo>
                  <a:pt x="311" y="164"/>
                </a:lnTo>
                <a:cubicBezTo>
                  <a:pt x="320" y="155"/>
                  <a:pt x="334" y="155"/>
                  <a:pt x="343" y="164"/>
                </a:cubicBezTo>
                <a:cubicBezTo>
                  <a:pt x="352" y="173"/>
                  <a:pt x="352" y="187"/>
                  <a:pt x="343" y="195"/>
                </a:cubicBezTo>
                <a:close/>
              </a:path>
            </a:pathLst>
          </a:custGeom>
          <a:solidFill>
            <a:srgbClr val="3B82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895320" y="3422160"/>
            <a:ext cx="315341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实现代码编辑</a:t>
            </a:r>
            <a:r>
              <a:rPr lang="en-US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/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编译</a:t>
            </a:r>
            <a:r>
              <a:rPr lang="en-US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/</a:t>
            </a:r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运行一体化</a:t>
            </a:r>
            <a:endParaRPr lang="zh-CN" b="0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0" name="文本框 209"/>
          <p:cNvSpPr txBox="1"/>
          <p:nvPr/>
        </p:nvSpPr>
        <p:spPr>
          <a:xfrm>
            <a:off x="895320" y="3908160"/>
            <a:ext cx="251460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建立简洁高效的开发流程</a:t>
            </a:r>
            <a:endParaRPr lang="zh-CN" b="0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457200" y="4540680"/>
            <a:ext cx="1527810" cy="3073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2000" b="1" i="0" u="none" strike="noStrike">
                <a:solidFill>
                  <a:srgbClr val="F3F4F6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有待完善之处</a:t>
            </a:r>
            <a:endParaRPr lang="zh-CN" sz="2000" b="1" i="0" u="none" strike="noStrike">
              <a:solidFill>
                <a:srgbClr val="F3F4F6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213" name="文本框 212"/>
          <p:cNvSpPr txBox="1"/>
          <p:nvPr/>
        </p:nvSpPr>
        <p:spPr>
          <a:xfrm>
            <a:off x="457200" y="5013000"/>
            <a:ext cx="5257800" cy="2768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b="0" i="0" u="none" strike="noStrike">
                <a:solidFill>
                  <a:srgbClr val="D1D5DB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代码补全、多编译器支持、交互优化、调试功能等等</a:t>
            </a:r>
            <a:endParaRPr lang="zh-CN" b="0" i="0" u="none" strike="noStrike">
              <a:solidFill>
                <a:srgbClr val="D1D5DB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任意多边形 2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F172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15" name="任意多边形 2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E293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16" name="图片 21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图片 216"/>
          <p:cNvPicPr/>
          <p:nvPr/>
        </p:nvPicPr>
        <p:blipFill>
          <a:blip r:embed="rId2"/>
          <a:stretch>
            <a:fillRect/>
          </a:stretch>
        </p:blipFill>
        <p:spPr>
          <a:xfrm>
            <a:off x="7315200" y="0"/>
            <a:ext cx="4876560" cy="354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图片 217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3308760"/>
            <a:ext cx="4876560" cy="354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9" name="文本框 218"/>
          <p:cNvSpPr txBox="1"/>
          <p:nvPr/>
        </p:nvSpPr>
        <p:spPr>
          <a:xfrm>
            <a:off x="11532240" y="6337080"/>
            <a:ext cx="217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en-US" sz="1350" b="1" i="0" u="none" strike="noStrike">
                <a:solidFill>
                  <a:srgbClr val="6B7280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12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sp>
        <p:nvSpPr>
          <p:cNvPr id="220" name="文本框 219"/>
          <p:cNvSpPr txBox="1"/>
          <p:nvPr/>
        </p:nvSpPr>
        <p:spPr>
          <a:xfrm>
            <a:off x="4655880" y="2059200"/>
            <a:ext cx="2748280" cy="8305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r>
              <a:rPr lang="zh-CN" sz="5400" b="1" i="0" u="none" strike="noStrike">
                <a:solidFill>
                  <a:srgbClr val="FFFFFF"/>
                </a:solidFill>
                <a:effectLst>
                  <a:outerShdw blurRad="127000" dist="25400" dir="5400000" algn="tl" rotWithShape="0">
                    <a:prstClr val="black">
                      <a:alpha val="30000"/>
                    </a:prstClr>
                  </a:outerShdw>
                </a:effectLst>
                <a:uFillTx/>
                <a:latin typeface="Noto Sans SC" panose="020B0200000000000000" charset="-122"/>
                <a:ea typeface="Noto Sans SC" panose="020B0200000000000000" charset="-122"/>
              </a:rPr>
              <a:t>感谢观看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 panose="02020603050405020304"/>
            </a:endParaRPr>
          </a:p>
        </p:txBody>
      </p:sp>
      <p:pic>
        <p:nvPicPr>
          <p:cNvPr id="222" name="图片 221"/>
          <p:cNvPicPr/>
          <p:nvPr/>
        </p:nvPicPr>
        <p:blipFill>
          <a:blip r:embed="rId4"/>
          <a:stretch>
            <a:fillRect/>
          </a:stretch>
        </p:blipFill>
        <p:spPr>
          <a:xfrm>
            <a:off x="5638680" y="3048120"/>
            <a:ext cx="914040" cy="37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文本框 222"/>
          <p:cNvSpPr txBox="1"/>
          <p:nvPr/>
        </p:nvSpPr>
        <p:spPr>
          <a:xfrm>
            <a:off x="4151630" y="4077335"/>
            <a:ext cx="3892550" cy="3073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p>
            <a:r>
              <a:rPr lang="zh-CN" sz="2000" b="0" i="0" u="none" strike="noStrike">
                <a:solidFill>
                  <a:srgbClr val="9CA3AF"/>
                </a:solidFill>
                <a:effectLst/>
                <a:uFillTx/>
                <a:latin typeface="Noto Sans SC" panose="020B0200000000000000" charset="-122"/>
                <a:ea typeface="Noto Sans SC" panose="020B0200000000000000" charset="-122"/>
              </a:rPr>
              <a:t>感谢小组每一位成员的支持与付出</a:t>
            </a:r>
            <a:endParaRPr lang="zh-CN" sz="2000" b="0" i="0" u="none" strike="noStrike">
              <a:solidFill>
                <a:srgbClr val="9CA3AF"/>
              </a:solidFill>
              <a:effectLst/>
              <a:uFillTx/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60.21929133858265,&quot;left&quot;:35.971653543307085,&quot;top&quot;:133.93070866141733,&quot;width&quot;:1306.678346456693}"/>
</p:tagLst>
</file>

<file path=ppt/tags/tag2.xml><?xml version="1.0" encoding="utf-8"?>
<p:tagLst xmlns:p="http://schemas.openxmlformats.org/presentationml/2006/main">
  <p:tag name="KSO_WM_DIAGRAM_VIRTUALLY_FRAME" val="{&quot;height&quot;:360.21929133858265,&quot;left&quot;:35.971653543307085,&quot;top&quot;:133.93070866141733,&quot;width&quot;:1306.678346456693}"/>
</p:tagLst>
</file>

<file path=ppt/tags/tag3.xml><?xml version="1.0" encoding="utf-8"?>
<p:tagLst xmlns:p="http://schemas.openxmlformats.org/presentationml/2006/main">
  <p:tag name="KSO_WM_DIAGRAM_VIRTUALLY_FRAME" val="{&quot;height&quot;:360.21929133858265,&quot;left&quot;:35.971653543307085,&quot;top&quot;:133.93070866141733,&quot;width&quot;:1306.678346456693}"/>
</p:tagLst>
</file>

<file path=ppt/tags/tag4.xml><?xml version="1.0" encoding="utf-8"?>
<p:tagLst xmlns:p="http://schemas.openxmlformats.org/presentationml/2006/main">
  <p:tag name="KSO_WM_DIAGRAM_VIRTUALLY_FRAME" val="{&quot;height&quot;:360.21929133858265,&quot;left&quot;:35.971653543307085,&quot;top&quot;:133.93070866141733,&quot;width&quot;:1306.678346456693}"/>
</p:tagLst>
</file>

<file path=ppt/tags/tag5.xml><?xml version="1.0" encoding="utf-8"?>
<p:tagLst xmlns:p="http://schemas.openxmlformats.org/presentationml/2006/main">
  <p:tag name="KSO_WM_DIAGRAM_VIRTUALLY_FRAME" val="{&quot;height&quot;:360.21929133858265,&quot;left&quot;:35.971653543307085,&quot;top&quot;:133.93070866141733,&quot;width&quot;:1306.678346456693}"/>
</p:tagLst>
</file>

<file path=ppt/tags/tag6.xml><?xml version="1.0" encoding="utf-8"?>
<p:tagLst xmlns:p="http://schemas.openxmlformats.org/presentationml/2006/main">
  <p:tag name="KSO_WM_DIAGRAM_VIRTUALLY_FRAME" val="{&quot;height&quot;:360.21929133858265,&quot;left&quot;:35.971653543307085,&quot;top&quot;:133.93070866141733,&quot;width&quot;:1306.678346456693}"/>
</p:tagLst>
</file>

<file path=ppt/tags/tag7.xml><?xml version="1.0" encoding="utf-8"?>
<p:tagLst xmlns:p="http://schemas.openxmlformats.org/presentationml/2006/main">
  <p:tag name="KSO_WM_DIAGRAM_VIRTUALLY_FRAME" val="{&quot;height&quot;:360.21929133858265,&quot;left&quot;:35.971653543307085,&quot;top&quot;:133.93070866141733,&quot;width&quot;:1306.678346456693}"/>
</p:tagLst>
</file>

<file path=ppt/tags/tag8.xml><?xml version="1.0" encoding="utf-8"?>
<p:tagLst xmlns:p="http://schemas.openxmlformats.org/presentationml/2006/main">
  <p:tag name="KSO_WM_DIAGRAM_VIRTUALLY_FRAME" val="{&quot;height&quot;:360.21929133858265,&quot;left&quot;:35.971653543307085,&quot;top&quot;:133.93070866141733,&quot;width&quot;:1306.678346456693}"/>
</p:tagLst>
</file>

<file path=ppt/tags/tag9.xml><?xml version="1.0" encoding="utf-8"?>
<p:tagLst xmlns:p="http://schemas.openxmlformats.org/presentationml/2006/main">
  <p:tag name="commondata" val="eyJoZGlkIjoiNjZiNjc5NzZlNzE0OGUzNzVmMjgyZWVkZDY5NTNiYmIifQ=="/>
</p:tagLst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1940</Words>
  <Application>WPS 演示</Application>
  <PresentationFormat/>
  <Paragraphs>198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Arial</vt:lpstr>
      <vt:lpstr>Symbol</vt:lpstr>
      <vt:lpstr>Times New Roman</vt:lpstr>
      <vt:lpstr>Noto Sans SC</vt:lpstr>
      <vt:lpstr>微软雅黑</vt:lpstr>
      <vt:lpstr>Arial Unicode MS</vt:lpstr>
      <vt:lpstr>Calibri</vt:lpstr>
      <vt:lpstr>DejaVu Sans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宋建宇</cp:lastModifiedBy>
  <cp:revision>3</cp:revision>
  <dcterms:created xsi:type="dcterms:W3CDTF">2025-09-24T08:40:00Z</dcterms:created>
  <dcterms:modified xsi:type="dcterms:W3CDTF">2025-09-27T09:32:54Z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2DCB3AED84D749EDA11E1B2C57D45ABC_12</vt:lpwstr>
  </property>
  <property fmtid="{D5CDD505-2E9C-101B-9397-08002B2CF9AE}" pid="3" name="KSOProductBuildVer">
    <vt:lpwstr>2052-12.1.0.18608</vt:lpwstr>
  </property>
</Properties>
</file>